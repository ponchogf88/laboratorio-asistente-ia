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4669e3f8cf457b" /><Relationship Type="http://schemas.openxmlformats.org/officeDocument/2006/relationships/extended-properties" Target="/docProps/app.xml" Id="Rb5298acf4f9f4d64" /><Relationship Type="http://schemas.openxmlformats.org/officeDocument/2006/relationships/officeDocument" Target="/ppt/presentation.xml" Id="R387eba842c8349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20a3fd8ece4cf5"/>
  </p:sldMasterIdLst>
  <p:notesMasterIdLst>
    <p:notesMasterId xmlns:r="http://schemas.openxmlformats.org/officeDocument/2006/relationships" r:id="Rf67c06af831141ac"/>
  </p:notesMasterIdLst>
  <p:sldIdLst>
    <p:sldId xmlns:r="http://schemas.openxmlformats.org/officeDocument/2006/relationships" id="256" r:id="R64f4f09459504940"/>
    <p:sldId xmlns:r="http://schemas.openxmlformats.org/officeDocument/2006/relationships" id="257" r:id="R966218a0d2814c51"/>
    <p:sldId xmlns:r="http://schemas.openxmlformats.org/officeDocument/2006/relationships" id="258" r:id="R34df7cd5b7364d7b"/>
    <p:sldId xmlns:r="http://schemas.openxmlformats.org/officeDocument/2006/relationships" id="259" r:id="R068682fe561749c5"/>
    <p:sldId xmlns:r="http://schemas.openxmlformats.org/officeDocument/2006/relationships" id="260" r:id="R2c79f3cb154e4589"/>
    <p:sldId xmlns:r="http://schemas.openxmlformats.org/officeDocument/2006/relationships" id="261" r:id="R7cb3d77d02524cea"/>
    <p:sldId xmlns:r="http://schemas.openxmlformats.org/officeDocument/2006/relationships" id="262" r:id="R797f1f5249bf4006"/>
    <p:sldId xmlns:r="http://schemas.openxmlformats.org/officeDocument/2006/relationships" id="263" r:id="R8d523490c7b7409b"/>
    <p:sldId xmlns:r="http://schemas.openxmlformats.org/officeDocument/2006/relationships" id="264" r:id="Rbac9a4916bde4675"/>
    <p:sldId xmlns:r="http://schemas.openxmlformats.org/officeDocument/2006/relationships" id="265" r:id="Rb14c9504349d4295"/>
    <p:sldId xmlns:r="http://schemas.openxmlformats.org/officeDocument/2006/relationships" id="266" r:id="R82e16372e3014d59"/>
    <p:sldId xmlns:r="http://schemas.openxmlformats.org/officeDocument/2006/relationships" id="267" r:id="R434f29d0b02d4fc3"/>
    <p:sldId xmlns:r="http://schemas.openxmlformats.org/officeDocument/2006/relationships" id="268" r:id="R8af730c2984c43af"/>
    <p:sldId xmlns:r="http://schemas.openxmlformats.org/officeDocument/2006/relationships" id="269" r:id="R813982d617424d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81df4455bc430f" /><Relationship Type="http://schemas.openxmlformats.org/officeDocument/2006/relationships/slideMaster" Target="/ppt/slideMasters/slideMaster1.xml" Id="Rfc20a3fd8ece4cf5" /><Relationship Type="http://schemas.openxmlformats.org/officeDocument/2006/relationships/notesMaster" Target="/ppt/notesMasters/notesMaster1.xml" Id="Rf67c06af831141ac" /><Relationship Type="http://schemas.openxmlformats.org/officeDocument/2006/relationships/presProps" Target="/ppt/presProps.xml" Id="Rd3fc8070410a4c1b" /><Relationship Type="http://schemas.openxmlformats.org/officeDocument/2006/relationships/tableStyles" Target="/ppt/tableStyles.xml" Id="R15783649438b4fb9" /><Relationship Type="http://schemas.openxmlformats.org/officeDocument/2006/relationships/slide" Target="/ppt/slides/slide1.xml" Id="R64f4f09459504940" /><Relationship Type="http://schemas.openxmlformats.org/officeDocument/2006/relationships/slide" Target="/ppt/slides/slide2.xml" Id="R966218a0d2814c51" /><Relationship Type="http://schemas.openxmlformats.org/officeDocument/2006/relationships/slide" Target="/ppt/slides/slide3.xml" Id="R34df7cd5b7364d7b" /><Relationship Type="http://schemas.openxmlformats.org/officeDocument/2006/relationships/slide" Target="/ppt/slides/slide4.xml" Id="R068682fe561749c5" /><Relationship Type="http://schemas.openxmlformats.org/officeDocument/2006/relationships/slide" Target="/ppt/slides/slide5.xml" Id="R2c79f3cb154e4589" /><Relationship Type="http://schemas.openxmlformats.org/officeDocument/2006/relationships/slide" Target="/ppt/slides/slide6.xml" Id="R7cb3d77d02524cea" /><Relationship Type="http://schemas.openxmlformats.org/officeDocument/2006/relationships/slide" Target="/ppt/slides/slide7.xml" Id="R797f1f5249bf4006" /><Relationship Type="http://schemas.openxmlformats.org/officeDocument/2006/relationships/slide" Target="/ppt/slides/slide8.xml" Id="R8d523490c7b7409b" /><Relationship Type="http://schemas.openxmlformats.org/officeDocument/2006/relationships/slide" Target="/ppt/slides/slide9.xml" Id="Rbac9a4916bde4675" /><Relationship Type="http://schemas.openxmlformats.org/officeDocument/2006/relationships/slide" Target="/ppt/slides/slide10.xml" Id="Rb14c9504349d4295" /><Relationship Type="http://schemas.openxmlformats.org/officeDocument/2006/relationships/slide" Target="/ppt/slides/slide11.xml" Id="R82e16372e3014d59" /><Relationship Type="http://schemas.openxmlformats.org/officeDocument/2006/relationships/slide" Target="/ppt/slides/slide12.xml" Id="R434f29d0b02d4fc3" /><Relationship Type="http://schemas.openxmlformats.org/officeDocument/2006/relationships/slide" Target="/ppt/slides/slide13.xml" Id="R8af730c2984c43af" /><Relationship Type="http://schemas.openxmlformats.org/officeDocument/2006/relationships/slide" Target="/ppt/slides/slide14.xml" Id="R813982d617424d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bb0c92f87a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65e6b7ee0e4895" /><Relationship Type="http://schemas.openxmlformats.org/officeDocument/2006/relationships/notesMaster" Target="/ppt/notesMasters/notesMaster1.xml" Id="R0135b9ee513e42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bc1d07b0934ee4" /><Relationship Type="http://schemas.openxmlformats.org/officeDocument/2006/relationships/notesMaster" Target="/ppt/notesMasters/notesMaster1.xml" Id="Rad37651690394b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bda539edbc466d" /><Relationship Type="http://schemas.openxmlformats.org/officeDocument/2006/relationships/notesMaster" Target="/ppt/notesMasters/notesMaster1.xml" Id="Rfaa1beeacbe34f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2c71e98dff4294" /><Relationship Type="http://schemas.openxmlformats.org/officeDocument/2006/relationships/notesMaster" Target="/ppt/notesMasters/notesMaster1.xml" Id="R8ca21611ae7846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740b7c1c094e86" /><Relationship Type="http://schemas.openxmlformats.org/officeDocument/2006/relationships/notesMaster" Target="/ppt/notesMasters/notesMaster1.xml" Id="R3cf6b9072b6f40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c8ef310391407b" /><Relationship Type="http://schemas.openxmlformats.org/officeDocument/2006/relationships/notesMaster" Target="/ppt/notesMasters/notesMaster1.xml" Id="R26cc87ef3c9045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3b3fa5646d451c" /><Relationship Type="http://schemas.openxmlformats.org/officeDocument/2006/relationships/notesMaster" Target="/ppt/notesMasters/notesMaster1.xml" Id="R98f6a1724fdf4e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d7f56150a24575" /><Relationship Type="http://schemas.openxmlformats.org/officeDocument/2006/relationships/notesMaster" Target="/ppt/notesMasters/notesMaster1.xml" Id="R142a8ca38a8a47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886c8b52aa4555" /><Relationship Type="http://schemas.openxmlformats.org/officeDocument/2006/relationships/notesMaster" Target="/ppt/notesMasters/notesMaster1.xml" Id="R7849e1eadded49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bfbf8e0cc841c3" /><Relationship Type="http://schemas.openxmlformats.org/officeDocument/2006/relationships/notesMaster" Target="/ppt/notesMasters/notesMaster1.xml" Id="Reb7303cebc254c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b042cf18e44f72" /><Relationship Type="http://schemas.openxmlformats.org/officeDocument/2006/relationships/notesMaster" Target="/ppt/notesMasters/notesMaster1.xml" Id="R890a4aebff784d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f2af8193ad4ecc" /><Relationship Type="http://schemas.openxmlformats.org/officeDocument/2006/relationships/notesMaster" Target="/ppt/notesMasters/notesMaster1.xml" Id="R1186b6ff872145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9a9e899c6f487f" /><Relationship Type="http://schemas.openxmlformats.org/officeDocument/2006/relationships/notesMaster" Target="/ppt/notesMasters/notesMaster1.xml" Id="Rf73816562eb946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40c70e29294b76" /><Relationship Type="http://schemas.openxmlformats.org/officeDocument/2006/relationships/notesMaster" Target="/ppt/notesMasters/notesMaster1.xml" Id="Rf2afbf35b50347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aa49b30d4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d2fb0154f84123" /><Relationship Type="http://schemas.openxmlformats.org/officeDocument/2006/relationships/slideLayout" Target="/ppt/slideLayouts/slideLayout1.xml" Id="R40f5b98cf9f140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f5b98cf9f140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3b8dbcaf241d4" /><Relationship Type="http://schemas.openxmlformats.org/officeDocument/2006/relationships/notesSlide" Target="/ppt/notesSlides/notesSlide1.xml" Id="R79f1c9d0c497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c0e7cc19648ec" /><Relationship Type="http://schemas.openxmlformats.org/officeDocument/2006/relationships/notesSlide" Target="/ppt/notesSlides/notesSlide2.xml" Id="Rb6be1f1c316749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642eb3f58498b" /><Relationship Type="http://schemas.openxmlformats.org/officeDocument/2006/relationships/notesSlide" Target="/ppt/notesSlides/notesSlide3.xml" Id="Rdb50a017e10149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1264d3caa41b7" /><Relationship Type="http://schemas.openxmlformats.org/officeDocument/2006/relationships/notesSlide" Target="/ppt/notesSlides/notesSlide4.xml" Id="R1be33e1439084c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2c2f8044043cd" /><Relationship Type="http://schemas.openxmlformats.org/officeDocument/2006/relationships/notesSlide" Target="/ppt/notesSlides/notesSlide5.xml" Id="R1e31f842240a4a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84b03117e42d3" /><Relationship Type="http://schemas.openxmlformats.org/officeDocument/2006/relationships/notesSlide" Target="/ppt/notesSlides/notesSlide6.xml" Id="Raaf9f80e9ec340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fbae9e596483a" /><Relationship Type="http://schemas.openxmlformats.org/officeDocument/2006/relationships/notesSlide" Target="/ppt/notesSlides/notesSlide7.xml" Id="R2144e38ffcc54c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fcaa267f3478e" /><Relationship Type="http://schemas.openxmlformats.org/officeDocument/2006/relationships/notesSlide" Target="/ppt/notesSlides/notesSlide8.xml" Id="R4832b69193854b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2af0189cc45ad" /><Relationship Type="http://schemas.openxmlformats.org/officeDocument/2006/relationships/notesSlide" Target="/ppt/notesSlides/notesSlide9.xml" Id="R94f994ac12444d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5de79d5c34f63" /><Relationship Type="http://schemas.openxmlformats.org/officeDocument/2006/relationships/notesSlide" Target="/ppt/notesSlides/notesSlide10.xml" Id="R3ce80cb11f8848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6f6134e4f422a" /><Relationship Type="http://schemas.openxmlformats.org/officeDocument/2006/relationships/notesSlide" Target="/ppt/notesSlides/notesSlide11.xml" Id="Rcd39b60360a047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74be411b84741" /><Relationship Type="http://schemas.openxmlformats.org/officeDocument/2006/relationships/notesSlide" Target="/ppt/notesSlides/notesSlide12.xml" Id="Rc493a61777634d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abe175603488e" /><Relationship Type="http://schemas.openxmlformats.org/officeDocument/2006/relationships/notesSlide" Target="/ppt/notesSlides/notesSlide13.xml" Id="R92db7cf4f89f4d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bd936c09f453f" /><Relationship Type="http://schemas.openxmlformats.org/officeDocument/2006/relationships/notesSlide" Target="/ppt/notesSlides/notesSlide14.xml" Id="R3586bd8b6e094f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992CB-900E-43C6-ACA2-ADFE58B8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1885950" cy="1885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9B0A8-C740-4E82-AFD1-DE58A287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00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5869F-10DF-4ED2-84B2-513F2E2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SESIÓN 1 · ACTIVA TU PERFIL PROFESIONAL DE 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892F4-43BB-4099-AEBC-1E6F0D24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9900F-C6E7-418D-B2B4-053037C6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18E19-D8AE-48E8-AD8F-87AAC9FC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38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4EF"/>
                </a:solidFill>
              </a:defRPr>
            </a:pPr>
            <a:r>
              <a:rPr sz="4350" b="1">
                <a:solidFill>
                  <a:srgbClr val="F5F4EF"/>
                </a:solidFill>
              </a:rPr>
              <a:t>Tu carrera no llegó tarde a la 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9ECEE-0E5A-486F-A497-B8F07054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B9BC"/>
                </a:solidFill>
              </a:defRPr>
            </a:pPr>
            <a:r>
              <a:rPr sz="1725" b="0">
                <a:solidFill>
                  <a:srgbClr val="B9B9BC"/>
                </a:solidFill>
              </a:rPr>
              <a:t>Hoy vas a elegir un problema real y la evidencia que demostraría que sabes resolverlo.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810D0-D5A9-4086-80A8-4D704FB8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19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7642"/>
                </a:solidFill>
              </a:defRPr>
            </a:pPr>
            <a:r>
              <a:rPr sz="3600" b="1">
                <a:solidFill>
                  <a:srgbClr val="FF7642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17F8B-793E-479C-88AD-F8C7C663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19E43-ADCA-4DAF-80EB-8BB258DC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783966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F7617-0E34-483A-A614-37CA986A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EL RESULTADO DE HOY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9681D-63E2-4ACE-B87C-6B1DCB3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CF1B6-9D87-4227-94AE-D54EAB64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EE79-D591-4AA1-8DCC-71AEF828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4EF"/>
                </a:solidFill>
              </a:defRPr>
            </a:pPr>
            <a:r>
              <a:rPr sz="3600" b="1">
                <a:solidFill>
                  <a:srgbClr val="F5F4EF"/>
                </a:solidFill>
              </a:rPr>
              <a:t>No vienes a abrir más pestañas.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0A523-F7EA-482D-B6E7-CA010289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642"/>
                </a:solidFill>
              </a:defRPr>
            </a:pPr>
            <a:r>
              <a:rPr sz="1200" b="1">
                <a:solidFill>
                  <a:srgbClr val="FF764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559B9-8F34-451E-8664-A908E321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4EF"/>
                </a:solidFill>
              </a:defRPr>
            </a:pPr>
            <a:r>
              <a:rPr sz="2250" b="1">
                <a:solidFill>
                  <a:srgbClr val="F5F4EF"/>
                </a:solidFill>
              </a:rPr>
              <a:t>Una meta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F11DF-5DDC-41EF-8AD5-928331A3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9BC"/>
                </a:solidFill>
              </a:defRPr>
            </a:pPr>
            <a:r>
              <a:rPr sz="1500" b="0">
                <a:solidFill>
                  <a:srgbClr val="B9B9BC"/>
                </a:solidFill>
              </a:rPr>
              <a:t>a 90 días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AC6AF-3A13-47ED-8803-503A7D26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157BE-DB00-459C-9DD5-EA721308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003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642"/>
                </a:solidFill>
              </a:defRPr>
            </a:pPr>
            <a:r>
              <a:rPr sz="1200" b="1">
                <a:solidFill>
                  <a:srgbClr val="FF764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BD153-8F54-48A9-A837-EF049851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90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4EF"/>
                </a:solidFill>
              </a:defRPr>
            </a:pPr>
            <a:r>
              <a:rPr sz="2250" b="1">
                <a:solidFill>
                  <a:srgbClr val="F5F4EF"/>
                </a:solidFill>
              </a:rPr>
              <a:t>Una tarea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364E2-AB1E-4466-8148-26FA6312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385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9BC"/>
                </a:solidFill>
              </a:defRPr>
            </a:pPr>
            <a:r>
              <a:rPr sz="1500" b="0">
                <a:solidFill>
                  <a:srgbClr val="B9B9BC"/>
                </a:solidFill>
              </a:rPr>
              <a:t>que sí se repite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833FD-06B5-4A27-B103-CFBBCEE6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813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4846D-C68A-4223-B0A9-1A3669A5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642"/>
                </a:solidFill>
              </a:defRPr>
            </a:pPr>
            <a:r>
              <a:rPr sz="1200" b="1">
                <a:solidFill>
                  <a:srgbClr val="FF764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A0F33-CB3B-4BAF-9815-1422675C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4EF"/>
                </a:solidFill>
              </a:defRPr>
            </a:pPr>
            <a:r>
              <a:rPr sz="2250" b="1">
                <a:solidFill>
                  <a:srgbClr val="F5F4EF"/>
                </a:solidFill>
              </a:rPr>
              <a:t>Una prueba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9269E-DD71-4A63-A194-31666ADA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385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B9BC"/>
                </a:solidFill>
              </a:defRPr>
            </a:pPr>
            <a:r>
              <a:rPr sz="1500" b="0">
                <a:solidFill>
                  <a:srgbClr val="B9B9BC"/>
                </a:solidFill>
              </a:rPr>
              <a:t>segura esta semana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3772B-A956-469D-A483-B9654775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1AD33-735C-4EDD-A1DC-E4003ED1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CE48D-5170-449E-AB85-1E1B028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2007398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31486-EAEE-47D1-98AC-20C2DD82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86D13-695C-4E7B-9DDE-5305D0AF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56146-FD94-4B56-9D7A-2EDE25A7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3488A-8E65-450F-BBCB-719D8E9C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38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4EF"/>
                </a:solidFill>
              </a:defRPr>
            </a:pPr>
            <a:r>
              <a:rPr sz="4350" b="1">
                <a:solidFill>
                  <a:srgbClr val="F5F4EF"/>
                </a:solidFill>
              </a:rPr>
              <a:t>No te falta otra app.</a:t>
            </a:r>
          </a:p>
          <a:p xmlns:a="http://schemas.openxmlformats.org/drawingml/2006/main">
            <a:pPr algn="l">
              <a:defRPr sz="4350" b="1">
                <a:solidFill>
                  <a:srgbClr val="F5F4EF"/>
                </a:solidFill>
              </a:defRPr>
            </a:pPr>
            <a:r>
              <a:rPr sz="4350" b="1">
                <a:solidFill>
                  <a:srgbClr val="F5F4EF"/>
                </a:solidFill>
              </a:rPr>
              <a:t>Te falta un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90A7F-645D-411F-989E-840CA788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B9BC"/>
                </a:solidFill>
              </a:defRPr>
            </a:pPr>
            <a:r>
              <a:rPr sz="1725" b="0">
                <a:solidFill>
                  <a:srgbClr val="B9B9BC"/>
                </a:solidFill>
              </a:rPr>
              <a:t>Una herramienta es útil cuando ayuda a terminar una tarea mejor, no cuando sólo suma otra suscripción.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48E8A-DC00-4761-BE45-B298B250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19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7642"/>
                </a:solidFill>
              </a:defRPr>
            </a:pPr>
            <a:r>
              <a:rPr sz="3600" b="1">
                <a:solidFill>
                  <a:srgbClr val="FF7642"/>
                </a:solidFill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9933F-9185-4C73-957F-B9F89B7F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C114B-CF84-4094-89C9-3CB2BB68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1047739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8A550-DB79-432C-AF4B-C3CE2802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CASO REAL DEL INSTRUCTOR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4DA5A-7C8E-4695-9082-49288DCA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773A5-C63D-4549-AD04-A5D1FCD3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54A36-EAE8-4737-9969-7E5FAF64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4EF"/>
                </a:solidFill>
              </a:defRPr>
            </a:pPr>
            <a:r>
              <a:rPr sz="3225" b="1">
                <a:solidFill>
                  <a:srgbClr val="F5F4EF"/>
                </a:solidFill>
              </a:rPr>
              <a:t>Mi proyecto también entra al laboratorio.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90EC6-058A-466C-A0C2-5422FA9F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B9BC"/>
                </a:solidFill>
              </a:defRPr>
            </a:pPr>
            <a:r>
              <a:rPr sz="1725" b="0">
                <a:solidFill>
                  <a:srgbClr val="B9B9BC"/>
                </a:solidFill>
              </a:rPr>
              <a:t>Construir una marca personal y una cohorte de IA exige convertir notas y actualizaciones en piezas útiles sin publicar humo.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B3941-C22E-404E-A89B-492B9B41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8580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3032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0975F-79FB-496C-9033-C9A2EE29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4EF"/>
                </a:solidFill>
              </a:defRPr>
            </a:pPr>
            <a:r>
              <a:rPr sz="1350" b="0">
                <a:solidFill>
                  <a:srgbClr val="F5F4EF"/>
                </a:solidFill>
              </a:rPr>
              <a:t>Idea / actualización oficial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45EF5-67BB-4C13-80CE-CDCDAECD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623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E2FF"/>
                </a:solidFill>
              </a:defRPr>
            </a:pPr>
            <a:r>
              <a:rPr sz="825" b="1">
                <a:solidFill>
                  <a:srgbClr val="A8E2FF"/>
                </a:solidFill>
              </a:rPr>
              <a:t>ENTRADA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8B36A-33E2-4F3C-A779-3B72176D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8580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3B2119"/>
          </a:solidFill>
          <a:ln xmlns:a="http://schemas.openxmlformats.org/drawingml/2006/main" w="9525">
            <a:solidFill>
              <a:srgbClr val="FF76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6EF1B-44B0-46A0-A5E6-2E566FCB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4EF"/>
                </a:solidFill>
              </a:defRPr>
            </a:pPr>
            <a:r>
              <a:rPr sz="1350" b="1">
                <a:solidFill>
                  <a:srgbClr val="F5F4EF"/>
                </a:solidFill>
              </a:rPr>
              <a:t>Guion + fuentes + límites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BE483-9143-422F-802F-B50AA78E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338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7642"/>
                </a:solidFill>
              </a:defRPr>
            </a:pPr>
            <a:r>
              <a:rPr sz="825" b="1">
                <a:solidFill>
                  <a:srgbClr val="FF7642"/>
                </a:solidFill>
              </a:rPr>
              <a:t>ASISTENTE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21076-80B1-48A2-9DC0-E751F1C0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68580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3032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6A60A-B492-4688-B4A6-F8113A58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4EF"/>
                </a:solidFill>
              </a:defRPr>
            </a:pPr>
            <a:r>
              <a:rPr sz="1350" b="0">
                <a:solidFill>
                  <a:srgbClr val="F5F4EF"/>
                </a:solidFill>
              </a:rPr>
              <a:t>Revisión humana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CC34F-6CFF-4421-B7EC-02859558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053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E2FF"/>
                </a:solidFill>
              </a:defRPr>
            </a:pPr>
            <a:r>
              <a:rPr sz="825" b="1">
                <a:solidFill>
                  <a:srgbClr val="A8E2FF"/>
                </a:solidFill>
              </a:rPr>
              <a:t>CRITERIO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BC5FA-466F-4348-90F1-42592D7E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8580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3032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86895-C37B-4FFC-B211-835E17C5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4EF"/>
                </a:solidFill>
              </a:defRPr>
            </a:pPr>
            <a:r>
              <a:rPr sz="1350" b="0">
                <a:solidFill>
                  <a:srgbClr val="F5F4EF"/>
                </a:solidFill>
              </a:rPr>
              <a:t>Video, carrusel o clase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446C1-968F-4356-9F6D-E66095E3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768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E2FF"/>
                </a:solidFill>
              </a:defRPr>
            </a:pPr>
            <a:r>
              <a:rPr sz="825" b="1">
                <a:solidFill>
                  <a:srgbClr val="A8E2FF"/>
                </a:solidFill>
              </a:rPr>
              <a:t>ACTIVO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1BF97-43EE-4CF0-8BD1-2711CD1F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005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E2FF"/>
                </a:solidFill>
              </a:defRPr>
            </a:pPr>
            <a:r>
              <a:rPr sz="1425" b="1">
                <a:solidFill>
                  <a:srgbClr val="A8E2FF"/>
                </a:solidFill>
              </a:rPr>
              <a:t>Tu sistema puede ser distinto. Debe resolver una tarea que sí te pertenezca.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9502F-52C5-42FA-8F5D-BFB80E73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D0AE9-A84A-4A9F-92C8-B95BB848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680747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4347C-647D-49D7-A621-B234A8C1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MAPA DE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0529-9C7C-4C81-A8CF-B994CDAB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645DA-C856-4AC8-87E4-816AFD06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A40AC-E5BF-47F7-94DA-70ADC504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4EF"/>
                </a:solidFill>
              </a:defRPr>
            </a:pPr>
            <a:r>
              <a:rPr sz="3225" b="1">
                <a:solidFill>
                  <a:srgbClr val="F5F4EF"/>
                </a:solidFill>
              </a:rPr>
              <a:t>No todos los comprobantes significan lo mismo.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264E8-7E58-4E06-B69E-B33FF824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C548D-5E8F-44B2-9667-DD25649D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9BC"/>
                </a:solidFill>
              </a:defRPr>
            </a:pPr>
            <a:r>
              <a:rPr sz="1350" b="0">
                <a:solidFill>
                  <a:srgbClr val="B9B9BC"/>
                </a:solidFill>
              </a:rPr>
              <a:t>Aprendes contenido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DB184-E22E-4839-AB79-262ADCBB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28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E2FF"/>
                </a:solidFill>
              </a:defRPr>
            </a:pPr>
            <a:r>
              <a:rPr sz="1200" b="0">
                <a:solidFill>
                  <a:srgbClr val="A8E2FF"/>
                </a:solidFill>
              </a:rPr>
              <a:t>Plataforma / institución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CA220-CED8-48CA-8D3A-7C0274F7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31B51-CA76-4101-93B1-DADD1DB6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Laboratorio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9D2ED-A5E6-477F-B449-FB28FFD6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9BC"/>
                </a:solidFill>
              </a:defRPr>
            </a:pPr>
            <a:r>
              <a:rPr sz="1350" b="0">
                <a:solidFill>
                  <a:srgbClr val="B9B9BC"/>
                </a:solidFill>
              </a:rPr>
              <a:t>Practicas con evidencia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8072C-88FF-41B4-A77F-AD1B90E9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E2FF"/>
                </a:solidFill>
              </a:defRPr>
            </a:pPr>
            <a:r>
              <a:rPr sz="1200" b="0">
                <a:solidFill>
                  <a:srgbClr val="A8E2FF"/>
                </a:solidFill>
              </a:rPr>
              <a:t>Programa / plataforma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94576-D900-4DE9-AA2F-2A7B4A63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8DEA1-48E7-482C-9E6D-2A552018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Badge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F5CFD-1CF7-4DEC-87D6-3BDE6B11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67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9BC"/>
                </a:solidFill>
              </a:defRPr>
            </a:pPr>
            <a:r>
              <a:rPr sz="1350" b="0">
                <a:solidFill>
                  <a:srgbClr val="B9B9BC"/>
                </a:solidFill>
              </a:rPr>
              <a:t>Registra un logro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65879-3D19-40E5-B64D-7DF02A93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E2FF"/>
                </a:solidFill>
              </a:defRPr>
            </a:pPr>
            <a:r>
              <a:rPr sz="1200" b="0">
                <a:solidFill>
                  <a:srgbClr val="A8E2FF"/>
                </a:solidFill>
              </a:rPr>
              <a:t>Proveedor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743BB-71D1-434E-9F10-48E4131E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73F3A-ABF3-4B35-95C9-158CB666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Certificado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76410-3187-4619-96F7-9223C8BE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9BC"/>
                </a:solidFill>
              </a:defRPr>
            </a:pPr>
            <a:r>
              <a:rPr sz="1350" b="0">
                <a:solidFill>
                  <a:srgbClr val="B9B9BC"/>
                </a:solidFill>
              </a:rPr>
              <a:t>Prueba finalización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8BAEF-B0D2-49D2-9235-56FC37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E2FF"/>
                </a:solidFill>
              </a:defRPr>
            </a:pPr>
            <a:r>
              <a:rPr sz="1200" b="0">
                <a:solidFill>
                  <a:srgbClr val="A8E2FF"/>
                </a:solidFill>
              </a:rPr>
              <a:t>Proveedor / institución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05514-7B18-4E1B-82F1-F18089D2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C95AB-E007-4284-84CE-F356E7ED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Certificación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8AE17-9CBE-49F5-98D1-67982D3F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05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9BC"/>
                </a:solidFill>
              </a:defRPr>
            </a:pPr>
            <a:r>
              <a:rPr sz="1350" b="0">
                <a:solidFill>
                  <a:srgbClr val="B9B9BC"/>
                </a:solidFill>
              </a:rPr>
              <a:t>Tiene reglas propias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530A15-12E6-4B1D-A6D8-197663D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05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8E2FF"/>
                </a:solidFill>
              </a:defRPr>
            </a:pPr>
            <a:r>
              <a:rPr sz="1200" b="0">
                <a:solidFill>
                  <a:srgbClr val="A8E2FF"/>
                </a:solidFill>
              </a:rPr>
              <a:t>Proveedor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02628-F849-4B1A-87E2-24225C9B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D9C64-C048-4622-B7B3-972C3B78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642"/>
                </a:solidFill>
              </a:defRPr>
            </a:pPr>
            <a:r>
              <a:rPr sz="1200" b="1">
                <a:solidFill>
                  <a:srgbClr val="FF7642"/>
                </a:solidFill>
              </a:rPr>
              <a:t>Las credenciales externas las emite cada proveedor. El Laboratorio no prepara exámenes externos.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2E71F2-04C6-4C71-9B2C-198A4169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AAD37D-1226-4F69-8B8F-E4EBA256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470109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00FED-0576-4A5A-B94F-F94ACC70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LA DECISIÓN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C3070-275A-4184-902D-DFBBB2BD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85391-0472-4902-B911-02004700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7F9C8-0FCE-477A-8D7C-DBCCF52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38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4EF"/>
                </a:solidFill>
              </a:defRPr>
            </a:pPr>
            <a:r>
              <a:rPr sz="4350" b="1">
                <a:solidFill>
                  <a:srgbClr val="F5F4EF"/>
                </a:solidFill>
              </a:rPr>
              <a:t>Primero tu objetivo.</a:t>
            </a:r>
          </a:p>
          <a:p xmlns:a="http://schemas.openxmlformats.org/drawingml/2006/main">
            <a:pPr algn="l">
              <a:defRPr sz="4350" b="1">
                <a:solidFill>
                  <a:srgbClr val="F5F4EF"/>
                </a:solidFill>
              </a:defRPr>
            </a:pPr>
            <a:r>
              <a:rPr sz="4350" b="1">
                <a:solidFill>
                  <a:srgbClr val="F5F4EF"/>
                </a:solidFill>
              </a:rPr>
              <a:t>Luego la plataforma.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98668-5E0F-4FB8-BFF8-116E3345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B9BC"/>
                </a:solidFill>
              </a:defRPr>
            </a:pPr>
            <a:r>
              <a:rPr sz="1725" b="0">
                <a:solidFill>
                  <a:srgbClr val="B9B9BC"/>
                </a:solidFill>
              </a:rPr>
              <a:t>No selecciones una ruta por el logo. Selecciónala porque hace sentido con el proyecto que vas a practicar.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D5AC7-177C-405D-A8E4-85446BF2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19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7642"/>
                </a:solidFill>
              </a:defRPr>
            </a:pPr>
            <a:r>
              <a:rPr sz="3600" b="1">
                <a:solidFill>
                  <a:srgbClr val="FF7642"/>
                </a:solidFill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C14E5-6311-45CB-A4F3-A776F08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A5F85-B597-4641-B76A-0894C3C5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94151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7DC71-1C56-45C7-AF7E-7D24E15C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RUTA PERSONAL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D0DA7-40B0-4D17-9093-14A25927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463A2-80FF-4BFD-993F-5410022A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4E8E1-F7C7-45EF-B066-2549D194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5F4EF"/>
                </a:solidFill>
              </a:defRPr>
            </a:pPr>
            <a:r>
              <a:rPr sz="3075" b="1">
                <a:solidFill>
                  <a:srgbClr val="F5F4EF"/>
                </a:solidFill>
              </a:rPr>
              <a:t>Elige una ruta núcleo y una alternativa.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9B4B5-4E6A-4B4F-A605-35130AD2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42"/>
                </a:solidFill>
              </a:defRPr>
            </a:pPr>
            <a:r>
              <a:rPr sz="1050" b="1">
                <a:solidFill>
                  <a:srgbClr val="FF764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93E38-3369-49E6-9AA0-E112FD83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81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Google Skills / 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F4A67-FDE1-4799-BD38-B135D280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9BC"/>
                </a:solidFill>
              </a:defRPr>
            </a:pPr>
            <a:r>
              <a:rPr sz="1350" b="0">
                <a:solidFill>
                  <a:srgbClr val="B9B9BC"/>
                </a:solidFill>
              </a:rPr>
              <a:t>Primeros labs, perfil y práctica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8F536-1644-493F-85A0-C6FEFD29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E2FF"/>
                </a:solidFill>
              </a:defRPr>
            </a:pPr>
            <a:r>
              <a:rPr sz="975" b="0">
                <a:solidFill>
                  <a:srgbClr val="A8E2FF"/>
                </a:solidFill>
              </a:rPr>
              <a:t>verificar requisitos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ADFF3-2D4F-4D42-A9DF-506D99E5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56191-BC34-416F-BC37-7579D867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42"/>
                </a:solidFill>
              </a:defRPr>
            </a:pPr>
            <a:r>
              <a:rPr sz="1050" b="1">
                <a:solidFill>
                  <a:srgbClr val="FF764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8185F-2FF4-487B-B03E-C790AA3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5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Microsoft Learn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E8B38-1F69-43EE-9FE7-3B1F11CA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9BC"/>
                </a:solidFill>
              </a:defRPr>
            </a:pPr>
            <a:r>
              <a:rPr sz="1350" b="0">
                <a:solidFill>
                  <a:srgbClr val="B9B9BC"/>
                </a:solidFill>
              </a:rPr>
              <a:t>Productividad, negocio o base técnica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3AB18-C405-4C54-ADE8-DFC89CFA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E2FF"/>
                </a:solidFill>
              </a:defRPr>
            </a:pPr>
            <a:r>
              <a:rPr sz="975" b="0">
                <a:solidFill>
                  <a:srgbClr val="A8E2FF"/>
                </a:solidFill>
              </a:rPr>
              <a:t>verificar requisitos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54F78-1363-4841-B0E0-F55142BE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654CA-B75D-440E-8269-F959B9A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42"/>
                </a:solidFill>
              </a:defRPr>
            </a:pPr>
            <a:r>
              <a:rPr sz="1050" b="1">
                <a:solidFill>
                  <a:srgbClr val="FF764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B2176-B513-4F70-B91A-0E3634FF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IBM SkillsBuild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22128-0ACA-4401-84C9-9C0A0EFE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0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9BC"/>
                </a:solidFill>
              </a:defRPr>
            </a:pPr>
            <a:r>
              <a:rPr sz="1350" b="0">
                <a:solidFill>
                  <a:srgbClr val="B9B9BC"/>
                </a:solidFill>
              </a:rPr>
              <a:t>Ruta estructurada de 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3E173-5201-4A8F-AF89-7C93084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E2FF"/>
                </a:solidFill>
              </a:defRPr>
            </a:pPr>
            <a:r>
              <a:rPr sz="975" b="0">
                <a:solidFill>
                  <a:srgbClr val="A8E2FF"/>
                </a:solidFill>
              </a:rPr>
              <a:t>verificar requisitos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EC4E6-8EFB-4FB5-B4B5-BD6B11FC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05F98-AA83-469C-B79C-1F962C69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42"/>
                </a:solidFill>
              </a:defRPr>
            </a:pPr>
            <a:r>
              <a:rPr sz="1050" b="1">
                <a:solidFill>
                  <a:srgbClr val="FF764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2D88D-B2DA-4D38-9247-C8C1D1E6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24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AWS Skill Builder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42C68-3ECC-4CD1-90D6-1DC1B9AA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9BC"/>
                </a:solidFill>
              </a:defRPr>
            </a:pPr>
            <a:r>
              <a:rPr sz="1350" b="0">
                <a:solidFill>
                  <a:srgbClr val="B9B9BC"/>
                </a:solidFill>
              </a:rPr>
              <a:t>Cloud e IA progresiva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344C2-E5A3-47F3-BD26-5392E4C5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24375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E2FF"/>
                </a:solidFill>
              </a:defRPr>
            </a:pPr>
            <a:r>
              <a:rPr sz="975" b="0">
                <a:solidFill>
                  <a:srgbClr val="A8E2FF"/>
                </a:solidFill>
              </a:rPr>
              <a:t>verificar requisitos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78EF28-DA82-46B8-B26D-F5BBE889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18382-B884-40B4-9A29-281F3EF0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ACEB9-EF1C-4080-8786-1E0BD4B5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1458468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7A9FD-BF40-44BE-B70F-C1FF09E9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TALLER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7D5E4-2C46-438D-8459-F1751E50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F9CBB-B026-48DE-85F0-ACB6335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68452-B7A1-414E-AE68-3C23F0C4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4EF"/>
                </a:solidFill>
              </a:defRPr>
            </a:pPr>
            <a:r>
              <a:rPr sz="3225" b="1">
                <a:solidFill>
                  <a:srgbClr val="F5F4EF"/>
                </a:solidFill>
              </a:rPr>
              <a:t>Elige una tarea que valga la pena mejorar.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444F9-2068-4594-B5E5-910C2B1C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69CE0-6317-43A1-9118-91E62C46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4EF"/>
                </a:solidFill>
              </a:defRPr>
            </a:pPr>
            <a:r>
              <a:rPr sz="1800" b="1">
                <a:solidFill>
                  <a:srgbClr val="F5F4EF"/>
                </a:solidFill>
              </a:rPr>
              <a:t>Impacto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8906D-3BC3-4745-8ECE-533EFB56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¿mejora tiempo, calidad o experiencia?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87674-DA5A-4143-B0BB-01156E49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651A4-A5BD-4D34-9928-4AB6F235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765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4EF"/>
                </a:solidFill>
              </a:defRPr>
            </a:pPr>
            <a:r>
              <a:rPr sz="1800" b="1">
                <a:solidFill>
                  <a:srgbClr val="F5F4EF"/>
                </a:solidFill>
              </a:rPr>
              <a:t>Frecuencia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67437-C37A-4087-90C8-5D4FCDA4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¿aparece cada semana?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33FA2-3F5C-4A7A-BC24-4CAC3A76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0D3D0-7CEC-4400-9A4C-0A61D9A7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4EF"/>
                </a:solidFill>
              </a:defRPr>
            </a:pPr>
            <a:r>
              <a:rPr sz="1800" b="1">
                <a:solidFill>
                  <a:srgbClr val="F5F4EF"/>
                </a:solidFill>
              </a:rPr>
              <a:t>Facilidad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EE4D5-174D-4223-A4F8-B1948B2A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¿puedo probar algo pequeño?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07E7B-8DB5-4E95-A050-97A70921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0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8FF51-3EFA-4182-91EC-E157D22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14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4EF"/>
                </a:solidFill>
              </a:defRPr>
            </a:pPr>
            <a:r>
              <a:rPr sz="1800" b="1">
                <a:solidFill>
                  <a:srgbClr val="F5F4EF"/>
                </a:solidFill>
              </a:rPr>
              <a:t>Riesgo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70D04-9BFC-4570-BC8B-0CC0A6EF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958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¿qué debe seguir revisando una persona?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498D6-83D7-45C8-88E3-332C02F9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0603C-1C1A-45CB-B794-ADC72DC6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18068698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74CF9-6D40-45A5-93DB-7458DBE3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EL CASO COMPARADO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15DDF-F2CA-4CF5-A754-E3A222BD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D6CD5-8347-45A7-BC37-2793FD98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F0F90-496D-4420-BB4A-31F903CB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4EF"/>
                </a:solidFill>
              </a:defRPr>
            </a:pPr>
            <a:r>
              <a:rPr sz="3000" b="1">
                <a:solidFill>
                  <a:srgbClr val="F5F4EF"/>
                </a:solidFill>
              </a:rPr>
              <a:t>La misma tarea. Tres herramientas.</a:t>
            </a:r>
          </a:p>
          <a:p xmlns:a="http://schemas.openxmlformats.org/drawingml/2006/main">
            <a:pPr algn="l">
              <a:defRPr sz="3000" b="1">
                <a:solidFill>
                  <a:srgbClr val="F5F4EF"/>
                </a:solidFill>
              </a:defRPr>
            </a:pPr>
            <a:r>
              <a:rPr sz="3000" b="1">
                <a:solidFill>
                  <a:srgbClr val="F5F4EF"/>
                </a:solidFill>
              </a:rPr>
              <a:t>Ninguna respuesta se publica sin revisión.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8F542-4871-4428-83A8-14C1D10B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028950" cy="17145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3032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67C20-D6CE-4112-B21C-E081BBF4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8E2FF"/>
                </a:solidFill>
              </a:defRPr>
            </a:pPr>
            <a:r>
              <a:rPr sz="1725" b="1">
                <a:solidFill>
                  <a:srgbClr val="A8E2FF"/>
                </a:solidFill>
              </a:rPr>
              <a:t>Gemini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BAB30-A2F6-4219-9064-71433184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¿Hace buenas preguntas?</a:t>
            </a:r>
          </a:p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¿Respeta el formato?</a:t>
            </a:r>
          </a:p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¿Qué debo verificar yo?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06125-E30B-4842-9A46-304F6E31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028950" cy="17145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3032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3A254-3BD8-4AAE-A7CD-A6B9ECE9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432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8E2FF"/>
                </a:solidFill>
              </a:defRPr>
            </a:pPr>
            <a:r>
              <a:rPr sz="1725" b="1">
                <a:solidFill>
                  <a:srgbClr val="A8E2FF"/>
                </a:solidFill>
              </a:rPr>
              <a:t>ChatGPT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A2BAF-0868-47F2-AB28-2B29BEFA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3857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¿Hace buenas preguntas?</a:t>
            </a:r>
          </a:p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¿Respeta el formato?</a:t>
            </a:r>
          </a:p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¿Qué debo verificar yo?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B7FF6-6666-418D-9623-387DA30C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3028950" cy="17145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3032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2DE01-D77E-4CA6-A5AB-A94D542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432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8E2FF"/>
                </a:solidFill>
              </a:defRPr>
            </a:pPr>
            <a:r>
              <a:rPr sz="1725" b="1">
                <a:solidFill>
                  <a:srgbClr val="A8E2FF"/>
                </a:solidFill>
              </a:rPr>
              <a:t>Claude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729A0-6339-44CF-B5AE-8D3D4A32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3857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¿Hace buenas preguntas?</a:t>
            </a:r>
          </a:p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¿Respeta el formato?</a:t>
            </a:r>
          </a:p>
          <a:p xmlns:a="http://schemas.openxmlformats.org/drawingml/2006/main">
            <a:pPr algn="l">
              <a:defRPr sz="1275" b="0">
                <a:solidFill>
                  <a:srgbClr val="B9B9BC"/>
                </a:solidFill>
              </a:defRPr>
            </a:pPr>
            <a:r>
              <a:rPr sz="1275" b="0">
                <a:solidFill>
                  <a:srgbClr val="B9B9BC"/>
                </a:solidFill>
              </a:rPr>
              <a:t>¿Qué debo verificar yo?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A4130-6DE6-49AB-B0FE-168E78C6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08818-499A-4CBE-B74B-DF52800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9663534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F5AF1-5D89-4A76-9410-AE4EFA1F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DEMO · PROMPT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18E4B-2370-414B-A32F-E54FA933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F7C7B-ADF5-4CAF-9E3B-E515B18F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8B91C-9F55-4C50-9A26-71D8EAFD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4EF"/>
                </a:solidFill>
              </a:defRPr>
            </a:pPr>
            <a:r>
              <a:rPr sz="3225" b="1">
                <a:solidFill>
                  <a:srgbClr val="F5F4EF"/>
                </a:solidFill>
              </a:rPr>
              <a:t>Pide un resultado que puedas revisar.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79B58-412E-4F91-B779-08E9071D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9486900" cy="2667000"/>
          </a:xfrm>
          <a:prstGeom xmlns:a="http://schemas.openxmlformats.org/drawingml/2006/main" prst="roundRect">
            <a:avLst>
              <a:gd name="adj" fmla="val 714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3032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E68EC-D2F5-40B9-BAC6-ED2E04F2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4EF"/>
                </a:solidFill>
              </a:defRPr>
            </a:pPr>
            <a:r>
              <a:rPr sz="1650" b="0">
                <a:solidFill>
                  <a:srgbClr val="F5F4EF"/>
                </a:solidFill>
              </a:rPr>
              <a:t>Situación: enseño IA a personas que comienzan.</a:t>
            </a:r>
          </a:p>
          <a:p xmlns:a="http://schemas.openxmlformats.org/drawingml/2006/main">
            <a:pPr algn="l">
              <a:defRPr sz="1650" b="0">
                <a:solidFill>
                  <a:srgbClr val="F5F4EF"/>
                </a:solidFill>
              </a:defRPr>
            </a:pPr>
            <a:r>
              <a:rPr sz="1650" b="0">
                <a:solidFill>
                  <a:srgbClr val="F5F4EF"/>
                </a:solidFill>
              </a:rPr>
              <a:t>Objetivo: convierte esta fuente o nota en un guion de 45 segundos.</a:t>
            </a:r>
          </a:p>
          <a:p xmlns:a="http://schemas.openxmlformats.org/drawingml/2006/main">
            <a:pPr algn="l">
              <a:defRPr sz="1650" b="0">
                <a:solidFill>
                  <a:srgbClr val="F5F4EF"/>
                </a:solidFill>
              </a:defRPr>
            </a:pPr>
            <a:r>
              <a:rPr sz="1650" b="0">
                <a:solidFill>
                  <a:srgbClr val="F5F4EF"/>
                </a:solidFill>
              </a:rPr>
              <a:t>Restricciones: separa hechos, interpretación y puntos por verificar.</a:t>
            </a:r>
          </a:p>
          <a:p xmlns:a="http://schemas.openxmlformats.org/drawingml/2006/main">
            <a:pPr algn="l">
              <a:defRPr sz="1650" b="0">
                <a:solidFill>
                  <a:srgbClr val="F5F4EF"/>
                </a:solidFill>
              </a:defRPr>
            </a:pPr>
            <a:r>
              <a:rPr sz="1650" b="0">
                <a:solidFill>
                  <a:srgbClr val="F5F4EF"/>
                </a:solidFill>
              </a:rPr>
              <a:t>Formato: hook · tres ideas · límite · CTA honesto · checklist de revisión.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F978F-B54D-4085-BB51-56869FEE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642"/>
                </a:solidFill>
              </a:defRPr>
            </a:pPr>
            <a:r>
              <a:rPr sz="1350" b="1">
                <a:solidFill>
                  <a:srgbClr val="FF7642"/>
                </a:solidFill>
              </a:rPr>
              <a:t>La calidad empieza por el contexto y termina con tu criterio.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BAC92-3378-4365-9517-86E683D4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4DC63-9D26-4E86-8861-97DD04A8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163991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C146D-2C16-414D-A619-ED176BCF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TU REVISIÓN SIGUE SIENDO LA PARTE CRÍTICA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646D6-1855-4DE7-96EC-1C76230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BD08D-D016-4FD5-BE49-DD984CD7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A1DAA-2C7D-4998-A05F-A99D9F77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200" b="1">
                <a:solidFill>
                  <a:srgbClr val="FF7642"/>
                </a:solidFill>
              </a:defRPr>
            </a:pPr>
            <a:r>
              <a:rPr sz="10200" b="1">
                <a:solidFill>
                  <a:srgbClr val="FF764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5D864-CB86-4895-9FC5-79E5CEED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335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4EF"/>
                </a:solidFill>
              </a:defRPr>
            </a:pPr>
            <a:r>
              <a:rPr sz="3225" b="1">
                <a:solidFill>
                  <a:srgbClr val="F5F4EF"/>
                </a:solidFill>
              </a:rPr>
              <a:t>La IA puede proponer. Tú decides qué es suficiente, correcto y seguro.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485EB-BBAB-4E33-8CAC-3B660FA7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575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B9BC"/>
                </a:solidFill>
              </a:defRPr>
            </a:pPr>
            <a:r>
              <a:rPr sz="1650" b="0">
                <a:solidFill>
                  <a:srgbClr val="B9B9BC"/>
                </a:solidFill>
              </a:rPr>
              <a:t>Revisar fuentes, proteger datos, ajustar el tono y asumir responsabilidad no son pasos opcionales.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210D2-945D-4D04-B444-1ED7EB95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194FF-94CC-407F-B495-95E99695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6469937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EB1D0-37A8-477D-9783-83290D7D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TALLER 2 · MAPA PROFESIONAL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F2598-61FD-4848-8BBD-65204FFD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FDA1D-6598-475A-A359-2DA586FB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CCF51-9E91-4D7B-B277-C7A6963C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4EF"/>
                </a:solidFill>
              </a:defRPr>
            </a:pPr>
            <a:r>
              <a:rPr sz="3225" b="1">
                <a:solidFill>
                  <a:srgbClr val="F5F4EF"/>
                </a:solidFill>
              </a:rPr>
              <a:t>Construye tu primera versión ahora.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6B755-EB35-4C8F-ADDD-72DF1558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642"/>
                </a:solidFill>
              </a:defRPr>
            </a:pPr>
            <a:r>
              <a:rPr sz="1200" b="1">
                <a:solidFill>
                  <a:srgbClr val="FF7642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C3C0A-5E5B-4C54-A8DE-4C08B4CC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88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4EF"/>
                </a:solidFill>
              </a:defRPr>
            </a:pPr>
            <a:r>
              <a:rPr sz="1650" b="0">
                <a:solidFill>
                  <a:srgbClr val="F5F4EF"/>
                </a:solidFill>
              </a:rPr>
              <a:t>Escribe tu meta a 90 días.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D90DE-797B-4DB6-AA1D-287FCFAA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EDB1F-8EFF-4A39-BF4D-73E03102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642"/>
                </a:solidFill>
              </a:defRPr>
            </a:pPr>
            <a:r>
              <a:rPr sz="1200" b="1">
                <a:solidFill>
                  <a:srgbClr val="FF7642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9F7E4-C5D6-4A5B-925B-21AE6F77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4EF"/>
                </a:solidFill>
              </a:defRPr>
            </a:pPr>
            <a:r>
              <a:rPr sz="1650" b="0">
                <a:solidFill>
                  <a:srgbClr val="F5F4EF"/>
                </a:solidFill>
              </a:rPr>
              <a:t>Nombra una tarea que se repite.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0EE60-6B02-4211-B655-0D57E0EC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8FC9A-4085-417F-AB3C-75014E45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642"/>
                </a:solidFill>
              </a:defRPr>
            </a:pPr>
            <a:r>
              <a:rPr sz="1200" b="1">
                <a:solidFill>
                  <a:srgbClr val="FF7642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B2245-389A-4E1B-8C04-EB325C88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4EF"/>
                </a:solidFill>
              </a:defRPr>
            </a:pPr>
            <a:r>
              <a:rPr sz="1650" b="0">
                <a:solidFill>
                  <a:srgbClr val="F5F4EF"/>
                </a:solidFill>
              </a:rPr>
              <a:t>Describe el resultado útil, no la app.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88BD3-4ED4-4A3E-BC9F-921E3CEE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A64FC-A8A8-4687-A3BC-2A11B086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642"/>
                </a:solidFill>
              </a:defRPr>
            </a:pPr>
            <a:r>
              <a:rPr sz="1200" b="1">
                <a:solidFill>
                  <a:srgbClr val="FF7642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5C49E-6843-4C58-9816-95D300EE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4EF"/>
                </a:solidFill>
              </a:defRPr>
            </a:pPr>
            <a:r>
              <a:rPr sz="1650" b="0">
                <a:solidFill>
                  <a:srgbClr val="F5F4EF"/>
                </a:solidFill>
              </a:rPr>
              <a:t>Define qué no vas a delegar.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B336E-1C45-4108-9B17-9AFF66FA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02BC6-2B6B-488F-A0B4-7E6490E1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642"/>
                </a:solidFill>
              </a:defRPr>
            </a:pPr>
            <a:r>
              <a:rPr sz="1200" b="1">
                <a:solidFill>
                  <a:srgbClr val="FF7642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0BC91-ACA5-41D4-83F2-85785A69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053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4EF"/>
                </a:solidFill>
              </a:defRPr>
            </a:pPr>
            <a:r>
              <a:rPr sz="1650" b="1">
                <a:solidFill>
                  <a:srgbClr val="F5F4EF"/>
                </a:solidFill>
              </a:rPr>
              <a:t>Agenda una prueba segura esta semana.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15205-6589-4191-B725-9DCA245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BF9BF-84C5-432E-9A32-A3FF4731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8E2FF"/>
                </a:solidFill>
              </a:defRPr>
            </a:pPr>
            <a:r>
              <a:rPr sz="2250" b="1">
                <a:solidFill>
                  <a:srgbClr val="A8E2FF"/>
                </a:solidFill>
              </a:rPr>
              <a:t>15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97B31-AF98-4989-A97A-6F07AD2B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B12EF2-A309-4CB9-95EE-10538B99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17468727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9C82E-DB57-4542-9F7D-39DC0E9C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CHECKLIST DE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33E09-211A-456B-985F-5C6C08E6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60A03-E061-4FF8-BB1A-3680E8F6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52DC5-445F-4E3C-AA29-C7DF40E6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5F4EF"/>
                </a:solidFill>
              </a:defRPr>
            </a:pPr>
            <a:r>
              <a:rPr sz="3075" b="1">
                <a:solidFill>
                  <a:srgbClr val="F5F4EF"/>
                </a:solidFill>
              </a:rPr>
              <a:t>Antes de cerrar, comprueba que ya tienes esto.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83A2E-F93C-4387-B209-515DE28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A8E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4B4F3-9D5D-4423-8D6C-380F4368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2FF"/>
                </a:solidFill>
              </a:defRPr>
            </a:pPr>
            <a:r>
              <a:rPr sz="1125" b="1">
                <a:solidFill>
                  <a:srgbClr val="A8E2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756BA-622D-4708-B8C7-22FDEE19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288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4EF"/>
                </a:solidFill>
              </a:defRPr>
            </a:pPr>
            <a:r>
              <a:rPr sz="1500" b="1">
                <a:solidFill>
                  <a:srgbClr val="F5F4EF"/>
                </a:solidFill>
              </a:rPr>
              <a:t>Meta a 90 días escrita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67440-C9A8-4F9C-8C7E-CF72BD62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28875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A8E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CECBC-EB32-4008-89FF-3CB3C5A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2FF"/>
                </a:solidFill>
              </a:defRPr>
            </a:pPr>
            <a:r>
              <a:rPr sz="1125" b="1">
                <a:solidFill>
                  <a:srgbClr val="A8E2FF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D95A9-9024-41FE-AEE2-5C52FF4F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288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4EF"/>
                </a:solidFill>
              </a:defRPr>
            </a:pPr>
            <a:r>
              <a:rPr sz="1500" b="1">
                <a:solidFill>
                  <a:srgbClr val="F5F4EF"/>
                </a:solidFill>
              </a:rPr>
              <a:t>Tarea repetitiva priorizada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D48F-02C5-4B83-B962-D599428A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A8E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D4703-D38E-4A34-AA04-5443EDD3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2FF"/>
                </a:solidFill>
              </a:defRPr>
            </a:pPr>
            <a:r>
              <a:rPr sz="1125" b="1">
                <a:solidFill>
                  <a:srgbClr val="A8E2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0DBDD-502A-42FE-953C-9860082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2422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4EF"/>
                </a:solidFill>
              </a:defRPr>
            </a:pPr>
            <a:r>
              <a:rPr sz="1500" b="1">
                <a:solidFill>
                  <a:srgbClr val="F5F4EF"/>
                </a:solidFill>
              </a:rPr>
              <a:t>Riesgo humano identificado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1CCE1-D9DB-4C56-8866-7C202EB5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24225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A8E2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8D565-1327-44CA-882E-BADA3209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337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2FF"/>
                </a:solidFill>
              </a:defRPr>
            </a:pPr>
            <a:r>
              <a:rPr sz="1125" b="1">
                <a:solidFill>
                  <a:srgbClr val="A8E2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712DB-EE1E-4949-ABB2-AA6AC069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2422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4EF"/>
                </a:solidFill>
              </a:defRPr>
            </a:pPr>
            <a:r>
              <a:rPr sz="1500" b="1">
                <a:solidFill>
                  <a:srgbClr val="F5F4EF"/>
                </a:solidFill>
              </a:rPr>
              <a:t>Prueba segura definida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8DBDD-E1AB-40F7-9C83-23AD9E18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A8E2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28640-47F1-4868-BB4B-81E0771A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2FF"/>
                </a:solidFill>
              </a:defRPr>
            </a:pPr>
            <a:r>
              <a:rPr sz="1125" b="1">
                <a:solidFill>
                  <a:srgbClr val="A8E2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F2589-8985-4AE2-B74A-5F03CAF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95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4EF"/>
                </a:solidFill>
              </a:defRPr>
            </a:pPr>
            <a:r>
              <a:rPr sz="1500" b="1">
                <a:solidFill>
                  <a:srgbClr val="F5F4EF"/>
                </a:solidFill>
              </a:rPr>
              <a:t>Ruta núcleo o bloqueo registrado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1720C-C44E-4B98-A403-D1EAF9E6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9575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1419"/>
          </a:solidFill>
          <a:ln xmlns:a="http://schemas.openxmlformats.org/drawingml/2006/main" w="9525">
            <a:solidFill>
              <a:srgbClr val="A8E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4594F-A777-41FF-B90A-F5865F32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291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2FF"/>
                </a:solidFill>
              </a:defRPr>
            </a:pPr>
            <a:r>
              <a:rPr sz="1125" b="1">
                <a:solidFill>
                  <a:srgbClr val="A8E2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ADBD7-3ABA-4CBE-84BA-72C77340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95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4EF"/>
                </a:solidFill>
              </a:defRPr>
            </a:pPr>
            <a:r>
              <a:rPr sz="1500" b="1">
                <a:solidFill>
                  <a:srgbClr val="F5F4EF"/>
                </a:solidFill>
              </a:rPr>
              <a:t>Primer paso agendado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DF340-1EA4-4676-8956-8860E725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B72BB-146B-40E3-B560-C5AA574E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2045437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6D270-98F4-40D4-B30F-9E4A3546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642"/>
                </a:solidFill>
              </a:defRPr>
            </a:pPr>
            <a:r>
              <a:rPr sz="975" b="1">
                <a:solidFill>
                  <a:srgbClr val="FF7642"/>
                </a:solidFill>
              </a:rPr>
              <a:t>LA TAREA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E909C-0688-4C68-9760-A1DC2AB8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LABORATORIO ·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84ED6-BA2A-4E5A-81BB-4026C85E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E9DB5-E19E-43EF-8339-3292954E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38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4EF"/>
                </a:solidFill>
              </a:defRPr>
            </a:pPr>
            <a:r>
              <a:rPr sz="4350" b="1">
                <a:solidFill>
                  <a:srgbClr val="F5F4EF"/>
                </a:solidFill>
              </a:rPr>
              <a:t>Haz una prueba segura.</a:t>
            </a:r>
          </a:p>
          <a:p xmlns:a="http://schemas.openxmlformats.org/drawingml/2006/main">
            <a:pPr algn="l">
              <a:defRPr sz="4350" b="1">
                <a:solidFill>
                  <a:srgbClr val="F5F4EF"/>
                </a:solidFill>
              </a:defRPr>
            </a:pPr>
            <a:r>
              <a:rPr sz="4350" b="1">
                <a:solidFill>
                  <a:srgbClr val="F5F4EF"/>
                </a:solidFill>
              </a:rPr>
              <a:t>Registra qué cambió.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71501-D83B-4245-B49D-EEA3BF2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B9BC"/>
                </a:solidFill>
              </a:defRPr>
            </a:pPr>
            <a:r>
              <a:rPr sz="1725" b="0">
                <a:solidFill>
                  <a:srgbClr val="B9B9BC"/>
                </a:solidFill>
              </a:rPr>
              <a:t>Antes del próximo jueves: explora una ruta, prueba tu tarea y guarda una captura sin datos sensibles más una corrección hecha por 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05E52-CFF7-4608-A107-7F888D79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19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7642"/>
                </a:solidFill>
              </a:defRPr>
            </a:pPr>
            <a:r>
              <a:rPr sz="3600" b="1">
                <a:solidFill>
                  <a:srgbClr val="FF7642"/>
                </a:solidFill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14911-3CC2-48B4-BBB4-0A60C67E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C"/>
                </a:solidFill>
              </a:defRPr>
            </a:pPr>
            <a:r>
              <a:rPr sz="900" b="1">
                <a:solidFill>
                  <a:srgbClr val="B9B9BC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CBA62-3937-40CA-A806-E1038685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12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9B9BC"/>
                </a:solidFill>
              </a:defRPr>
            </a:pPr>
            <a:r>
              <a:rPr sz="900" b="0">
                <a:solidFill>
                  <a:srgbClr val="B9B9BC"/>
                </a:solidFill>
              </a:rPr>
              <a:t>Crea tu Asistente Personal IA</a:t>
            </a:r>
          </a:p>
        </p:txBody>
      </p:sp>
    </p:spTree>
    <p:extLst>
      <p:ext uri="{BB962C8B-B14F-4D97-AF65-F5344CB8AC3E}">
        <p14:creationId xmlns:p14="http://schemas.microsoft.com/office/powerpoint/2010/main" val="185204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2026-08-19T23:23:46.8520000Z</dcterms:created>
  <dcterms:modified xsi:type="dcterms:W3CDTF">2026-08-19T23:23:46.8520000Z</dcterms:modified>
</coreProperties>
</file>