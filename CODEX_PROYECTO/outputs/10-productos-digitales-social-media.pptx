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506f2e3124b89" /><Relationship Type="http://schemas.openxmlformats.org/officeDocument/2006/relationships/extended-properties" Target="/docProps/app.xml" Id="R1fa5a356d98a4a72" /><Relationship Type="http://schemas.openxmlformats.org/officeDocument/2006/relationships/officeDocument" Target="/ppt/presentation.xml" Id="R63cb2975274447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aff80913d4cfa"/>
  </p:sldMasterIdLst>
  <p:notesMasterIdLst>
    <p:notesMasterId xmlns:r="http://schemas.openxmlformats.org/officeDocument/2006/relationships" r:id="R6ae2d0edc01c4ded"/>
  </p:notesMasterIdLst>
  <p:sldIdLst>
    <p:sldId xmlns:r="http://schemas.openxmlformats.org/officeDocument/2006/relationships" id="256" r:id="Rd196b4a19add4585"/>
    <p:sldId xmlns:r="http://schemas.openxmlformats.org/officeDocument/2006/relationships" id="257" r:id="R62f3b7176f454a4a"/>
    <p:sldId xmlns:r="http://schemas.openxmlformats.org/officeDocument/2006/relationships" id="258" r:id="R18df0f575e4140d0"/>
    <p:sldId xmlns:r="http://schemas.openxmlformats.org/officeDocument/2006/relationships" id="259" r:id="Re6b19cefc2304851"/>
    <p:sldId xmlns:r="http://schemas.openxmlformats.org/officeDocument/2006/relationships" id="260" r:id="Rd51b43900a1046a3"/>
    <p:sldId xmlns:r="http://schemas.openxmlformats.org/officeDocument/2006/relationships" id="261" r:id="R5e45a009aeee437c"/>
    <p:sldId xmlns:r="http://schemas.openxmlformats.org/officeDocument/2006/relationships" id="262" r:id="R654d40d082ce4afd"/>
    <p:sldId xmlns:r="http://schemas.openxmlformats.org/officeDocument/2006/relationships" id="263" r:id="R59280d8e5e7040c9"/>
    <p:sldId xmlns:r="http://schemas.openxmlformats.org/officeDocument/2006/relationships" id="264" r:id="R54a1fd20cc1c46a1"/>
    <p:sldId xmlns:r="http://schemas.openxmlformats.org/officeDocument/2006/relationships" id="265" r:id="Rc4efc902694d44d8"/>
    <p:sldId xmlns:r="http://schemas.openxmlformats.org/officeDocument/2006/relationships" id="266" r:id="R0a6a4df36c8b4c38"/>
    <p:sldId xmlns:r="http://schemas.openxmlformats.org/officeDocument/2006/relationships" id="267" r:id="R01c18d656ae647a9"/>
    <p:sldId xmlns:r="http://schemas.openxmlformats.org/officeDocument/2006/relationships" id="268" r:id="Rce61a3fed60d4e5e"/>
    <p:sldId xmlns:r="http://schemas.openxmlformats.org/officeDocument/2006/relationships" id="269" r:id="Re276ca2543614f75"/>
    <p:sldId xmlns:r="http://schemas.openxmlformats.org/officeDocument/2006/relationships" id="270" r:id="R75b01d0d9fb54cd2"/>
    <p:sldId xmlns:r="http://schemas.openxmlformats.org/officeDocument/2006/relationships" id="271" r:id="Rb675e38b2fb94855"/>
    <p:sldId xmlns:r="http://schemas.openxmlformats.org/officeDocument/2006/relationships" id="272" r:id="Rd7fb715ff4f043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88ab2f6214e68" /><Relationship Type="http://schemas.openxmlformats.org/officeDocument/2006/relationships/slideMaster" Target="/ppt/slideMasters/slideMaster1.xml" Id="R3acaff80913d4cfa" /><Relationship Type="http://schemas.openxmlformats.org/officeDocument/2006/relationships/notesMaster" Target="/ppt/notesMasters/notesMaster1.xml" Id="R6ae2d0edc01c4ded" /><Relationship Type="http://schemas.openxmlformats.org/officeDocument/2006/relationships/presProps" Target="/ppt/presProps.xml" Id="R5e334e1b6cac4b84" /><Relationship Type="http://schemas.openxmlformats.org/officeDocument/2006/relationships/tableStyles" Target="/ppt/tableStyles.xml" Id="Rdd27bd9b545a4ae9" /><Relationship Type="http://schemas.openxmlformats.org/officeDocument/2006/relationships/slide" Target="/ppt/slides/slide1.xml" Id="Rd196b4a19add4585" /><Relationship Type="http://schemas.openxmlformats.org/officeDocument/2006/relationships/slide" Target="/ppt/slides/slide2.xml" Id="R62f3b7176f454a4a" /><Relationship Type="http://schemas.openxmlformats.org/officeDocument/2006/relationships/slide" Target="/ppt/slides/slide3.xml" Id="R18df0f575e4140d0" /><Relationship Type="http://schemas.openxmlformats.org/officeDocument/2006/relationships/slide" Target="/ppt/slides/slide4.xml" Id="Re6b19cefc2304851" /><Relationship Type="http://schemas.openxmlformats.org/officeDocument/2006/relationships/slide" Target="/ppt/slides/slide5.xml" Id="Rd51b43900a1046a3" /><Relationship Type="http://schemas.openxmlformats.org/officeDocument/2006/relationships/slide" Target="/ppt/slides/slide6.xml" Id="R5e45a009aeee437c" /><Relationship Type="http://schemas.openxmlformats.org/officeDocument/2006/relationships/slide" Target="/ppt/slides/slide7.xml" Id="R654d40d082ce4afd" /><Relationship Type="http://schemas.openxmlformats.org/officeDocument/2006/relationships/slide" Target="/ppt/slides/slide8.xml" Id="R59280d8e5e7040c9" /><Relationship Type="http://schemas.openxmlformats.org/officeDocument/2006/relationships/slide" Target="/ppt/slides/slide9.xml" Id="R54a1fd20cc1c46a1" /><Relationship Type="http://schemas.openxmlformats.org/officeDocument/2006/relationships/slide" Target="/ppt/slides/slide10.xml" Id="Rc4efc902694d44d8" /><Relationship Type="http://schemas.openxmlformats.org/officeDocument/2006/relationships/slide" Target="/ppt/slides/slide11.xml" Id="R0a6a4df36c8b4c38" /><Relationship Type="http://schemas.openxmlformats.org/officeDocument/2006/relationships/slide" Target="/ppt/slides/slide12.xml" Id="R01c18d656ae647a9" /><Relationship Type="http://schemas.openxmlformats.org/officeDocument/2006/relationships/slide" Target="/ppt/slides/slide13.xml" Id="Rce61a3fed60d4e5e" /><Relationship Type="http://schemas.openxmlformats.org/officeDocument/2006/relationships/slide" Target="/ppt/slides/slide14.xml" Id="Re276ca2543614f75" /><Relationship Type="http://schemas.openxmlformats.org/officeDocument/2006/relationships/slide" Target="/ppt/slides/slide15.xml" Id="R75b01d0d9fb54cd2" /><Relationship Type="http://schemas.openxmlformats.org/officeDocument/2006/relationships/slide" Target="/ppt/slides/slide16.xml" Id="Rb675e38b2fb94855" /><Relationship Type="http://schemas.openxmlformats.org/officeDocument/2006/relationships/slide" Target="/ppt/slides/slide17.xml" Id="Rd7fb715ff4f0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325337f92945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06aae3cac4c67" /><Relationship Type="http://schemas.openxmlformats.org/officeDocument/2006/relationships/notesMaster" Target="/ppt/notesMasters/notesMaster1.xml" Id="R8d6c04dff9cf4b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1800a9093b40b2" /><Relationship Type="http://schemas.openxmlformats.org/officeDocument/2006/relationships/notesMaster" Target="/ppt/notesMasters/notesMaster1.xml" Id="R5b3abf79379d48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af5aaa1c7f46ff" /><Relationship Type="http://schemas.openxmlformats.org/officeDocument/2006/relationships/notesMaster" Target="/ppt/notesMasters/notesMaster1.xml" Id="R50970b365ce446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fdb3ca3a740cd" /><Relationship Type="http://schemas.openxmlformats.org/officeDocument/2006/relationships/notesMaster" Target="/ppt/notesMasters/notesMaster1.xml" Id="R1862878061ae4e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21e286fa5b4384" /><Relationship Type="http://schemas.openxmlformats.org/officeDocument/2006/relationships/notesMaster" Target="/ppt/notesMasters/notesMaster1.xml" Id="R801192e273fb4c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c95081ef5d4f51" /><Relationship Type="http://schemas.openxmlformats.org/officeDocument/2006/relationships/notesMaster" Target="/ppt/notesMasters/notesMaster1.xml" Id="Rb7bfca646682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d43d59429d49d1" /><Relationship Type="http://schemas.openxmlformats.org/officeDocument/2006/relationships/notesMaster" Target="/ppt/notesMasters/notesMaster1.xml" Id="R9b190a8b70f64d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a7f9c27f84fcf" /><Relationship Type="http://schemas.openxmlformats.org/officeDocument/2006/relationships/notesMaster" Target="/ppt/notesMasters/notesMaster1.xml" Id="R2c7d7aaee22541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b90484a4044da5" /><Relationship Type="http://schemas.openxmlformats.org/officeDocument/2006/relationships/notesMaster" Target="/ppt/notesMasters/notesMaster1.xml" Id="R668031b88513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1bd3796df4376" /><Relationship Type="http://schemas.openxmlformats.org/officeDocument/2006/relationships/notesMaster" Target="/ppt/notesMasters/notesMaster1.xml" Id="R32c2277d49fe4e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4a21554b6b4c9a" /><Relationship Type="http://schemas.openxmlformats.org/officeDocument/2006/relationships/notesMaster" Target="/ppt/notesMasters/notesMaster1.xml" Id="R496cd45aab9b46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3806a039b14727" /><Relationship Type="http://schemas.openxmlformats.org/officeDocument/2006/relationships/notesMaster" Target="/ppt/notesMasters/notesMaster1.xml" Id="Rda85b085d7dc46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d77268e6724a63" /><Relationship Type="http://schemas.openxmlformats.org/officeDocument/2006/relationships/notesMaster" Target="/ppt/notesMasters/notesMaster1.xml" Id="R907c8cc0bc374e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d73b5cb9114bf3" /><Relationship Type="http://schemas.openxmlformats.org/officeDocument/2006/relationships/notesMaster" Target="/ppt/notesMasters/notesMaster1.xml" Id="R4ca7d3e7430346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60b11adf4e4db3" /><Relationship Type="http://schemas.openxmlformats.org/officeDocument/2006/relationships/notesMaster" Target="/ppt/notesMasters/notesMaster1.xml" Id="R129c25a1de9b44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e313fd3acc496c" /><Relationship Type="http://schemas.openxmlformats.org/officeDocument/2006/relationships/notesMaster" Target="/ppt/notesMasters/notesMaster1.xml" Id="R581b831df6ae4b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e7e14725cd47ef" /><Relationship Type="http://schemas.openxmlformats.org/officeDocument/2006/relationships/notesMaster" Target="/ppt/notesMasters/notesMaster1.xml" Id="R8eebe7b551bd4e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8d020c59f4b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8169848aa4a1c" /><Relationship Type="http://schemas.openxmlformats.org/officeDocument/2006/relationships/slideLayout" Target="/ppt/slideLayouts/slideLayout1.xml" Id="Rd7fa224c2dcd4e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a224c2dcd4e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af13226b44500" /><Relationship Type="http://schemas.openxmlformats.org/officeDocument/2006/relationships/image" Target="/ppt/media/image.png" Id="R43a28d8e58c7481d" /><Relationship Type="http://schemas.openxmlformats.org/officeDocument/2006/relationships/notesSlide" Target="/ppt/notesSlides/notesSlide1.xml" Id="R8cad2c9553b94a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a78f894484401" /><Relationship Type="http://schemas.openxmlformats.org/officeDocument/2006/relationships/notesSlide" Target="/ppt/notesSlides/notesSlide2.xml" Id="R6f7225d744404a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35ae48bd54b0a" /><Relationship Type="http://schemas.openxmlformats.org/officeDocument/2006/relationships/notesSlide" Target="/ppt/notesSlides/notesSlide3.xml" Id="R958c6802a3de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e84c0cbb64cee" /><Relationship Type="http://schemas.openxmlformats.org/officeDocument/2006/relationships/notesSlide" Target="/ppt/notesSlides/notesSlide4.xml" Id="R59366f3797204e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d0376da58499f" /><Relationship Type="http://schemas.openxmlformats.org/officeDocument/2006/relationships/notesSlide" Target="/ppt/notesSlides/notesSlide5.xml" Id="R1b96b8b504f3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cb3ce6a534836" /><Relationship Type="http://schemas.openxmlformats.org/officeDocument/2006/relationships/notesSlide" Target="/ppt/notesSlides/notesSlide6.xml" Id="R9c9f7b041e284d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5e2fb81624958" /><Relationship Type="http://schemas.openxmlformats.org/officeDocument/2006/relationships/notesSlide" Target="/ppt/notesSlides/notesSlide7.xml" Id="Rc761f0defa644d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1125c7f964291" /><Relationship Type="http://schemas.openxmlformats.org/officeDocument/2006/relationships/notesSlide" Target="/ppt/notesSlides/notesSlide8.xml" Id="R014bf4670b0f4d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9f6e42ee04119" /><Relationship Type="http://schemas.openxmlformats.org/officeDocument/2006/relationships/notesSlide" Target="/ppt/notesSlides/notesSlide9.xml" Id="R224299408bd640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6905ff76c4375" /><Relationship Type="http://schemas.openxmlformats.org/officeDocument/2006/relationships/notesSlide" Target="/ppt/notesSlides/notesSlide10.xml" Id="R3d6773a181754e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d159902fa4a3e" /><Relationship Type="http://schemas.openxmlformats.org/officeDocument/2006/relationships/notesSlide" Target="/ppt/notesSlides/notesSlide11.xml" Id="Rf72eb77ec91b4b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c5cb78610467a" /><Relationship Type="http://schemas.openxmlformats.org/officeDocument/2006/relationships/notesSlide" Target="/ppt/notesSlides/notesSlide12.xml" Id="R7a2505a21cbf4e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081a897734ecf" /><Relationship Type="http://schemas.openxmlformats.org/officeDocument/2006/relationships/notesSlide" Target="/ppt/notesSlides/notesSlide13.xml" Id="R18175f3cd08140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4147f23394e14" /><Relationship Type="http://schemas.openxmlformats.org/officeDocument/2006/relationships/notesSlide" Target="/ppt/notesSlides/notesSlide14.xml" Id="R5fd3c9d81e8145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b70edb0894725" /><Relationship Type="http://schemas.openxmlformats.org/officeDocument/2006/relationships/notesSlide" Target="/ppt/notesSlides/notesSlide15.xml" Id="Ra23c1e99d5ca45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a7e4d7e834f15" /><Relationship Type="http://schemas.openxmlformats.org/officeDocument/2006/relationships/notesSlide" Target="/ppt/notesSlides/notesSlide16.xml" Id="Rb0ba233c447343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0219a96fb4298" /><Relationship Type="http://schemas.openxmlformats.org/officeDocument/2006/relationships/notesSlide" Target="/ppt/notesSlides/notesSlide17.xml" Id="R11bcb9e396fa40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28d8e58c7481d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345B1-2618-4850-B223-E4AFC11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B4147-D998-4B75-B85D-F50A130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E122D-2AC1-40EE-877F-5E3D76E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7D7"/>
                </a:solidFill>
              </a:defRPr>
            </a:pPr>
            <a:r>
              <a:rPr sz="1125" b="1">
                <a:solidFill>
                  <a:srgbClr val="1647D7"/>
                </a:solidFill>
              </a:rPr>
              <a:t>MONETIZA LO QUE YA SABES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07862-F36C-4F0C-B311-CD87B802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</a:defRPr>
            </a:pPr>
            <a:r>
              <a:rPr sz="3750" b="1">
                <a:solidFill>
                  <a:srgbClr val="17202A"/>
                </a:solidFill>
              </a:rPr>
              <a:t>10 productos digitales</a:t>
            </a:r>
          </a:p>
          <a:p xmlns:a="http://schemas.openxmlformats.org/drawingml/2006/main">
            <a:pPr algn="l">
              <a:defRPr sz="3750" b="1">
                <a:solidFill>
                  <a:srgbClr val="17202A"/>
                </a:solidFill>
              </a:defRPr>
            </a:pPr>
            <a:r>
              <a:rPr sz="3750" b="1">
                <a:solidFill>
                  <a:srgbClr val="17202A"/>
                </a:solidFill>
              </a:rPr>
              <a:t>para construir este fin de semana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B1484-83D0-4C01-9986-3B02E240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Sin código. Con Canva, Google Docs, Notion o una hoja de cálculo.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026F4-E428-4500-89BC-C76A6B96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5EFF4-1B52-42AD-A47B-44D17B2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C"/>
                </a:solidFill>
              </a:defRPr>
            </a:pPr>
            <a:r>
              <a:rPr sz="1275" b="1">
                <a:solidFill>
                  <a:srgbClr val="FFFDFC"/>
                </a:solidFill>
              </a:rPr>
              <a:t>De experiencia a oferta</a:t>
            </a:r>
          </a:p>
        </p:txBody>
      </p:sp>
    </p:spTree>
    <p:extLst>
      <p:ext uri="{BB962C8B-B14F-4D97-AF65-F5344CB8AC3E}">
        <p14:creationId xmlns:p14="http://schemas.microsoft.com/office/powerpoint/2010/main" val="1660430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30ECF-2FBE-4396-9A11-9F18E08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714D4-8860-486A-A855-529D2EAE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BC6DD-8353-49D0-9113-9C0B5F5C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Una habilidad puede convertirse en un portafolio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9C9CF-336A-48E1-85AC-6D6D7A6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Los productos cubren tres problemas por los que un principiante ya busca ayuda.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71F46-B805-48C9-9E97-2087D0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6598-B1C5-4B9F-9EC1-81F6FE6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45B68-2D49-4D9E-AF8F-2ED1E8D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66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EC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BC011-545E-4DBD-82B3-36ED993F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54BA6-E19B-4A29-95DE-233F9C6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47D7"/>
                </a:solidFill>
              </a:defRPr>
            </a:pPr>
            <a:r>
              <a:rPr sz="1275" b="1">
                <a:solidFill>
                  <a:srgbClr val="1647D7"/>
                </a:solidFill>
              </a:rPr>
              <a:t>PUBLICAR CON CLARIDAD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622D8-7A01-41FB-A7BA-A36B611C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Calendario · Hooks · Pilares · Primeras 10 publicaciones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AB1DE-17BE-4328-B472-BEA5402E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66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87073-281C-456B-A3E7-D470F91B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BA810-A915-45C1-A4AB-3ACA96F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4F"/>
                </a:solidFill>
              </a:defRPr>
            </a:pPr>
            <a:r>
              <a:rPr sz="1275" b="1">
                <a:solidFill>
                  <a:srgbClr val="F26B4F"/>
                </a:solidFill>
              </a:rPr>
              <a:t>CREAR MÁS RÁPIDO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627D9-D580-434B-A6C3-BE19D33A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Repurposing · Sistema semanal · 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9B5E8-48CF-474A-8434-AA06C197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66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58556-63C7-4FD5-A647-6F5FE4A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A64DA-39AD-4A3A-97B4-9DF1617A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A5A"/>
                </a:solidFill>
              </a:defRPr>
            </a:pPr>
            <a:r>
              <a:rPr sz="1275" b="1">
                <a:solidFill>
                  <a:srgbClr val="167A5A"/>
                </a:solidFill>
              </a:rPr>
              <a:t>CRECER CON DIRECCIÓN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3701C-E4E7-4E9B-A843-D066AF4F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Perfil · Reto orgánico · Tracker</a:t>
            </a:r>
          </a:p>
        </p:txBody>
      </p:sp>
    </p:spTree>
    <p:extLst>
      <p:ext uri="{BB962C8B-B14F-4D97-AF65-F5344CB8AC3E}">
        <p14:creationId xmlns:p14="http://schemas.microsoft.com/office/powerpoint/2010/main" val="1029461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CE976-1325-4D6F-BF5B-71B8035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085DE-7782-43AD-9D85-C0198820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255BF-2249-46E3-943D-10ABFE07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Calendario de Contenido de 30 Días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29CAC-3C9C-448A-A419-A174EB12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Notion o Google Sheets   |   $12-$24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300D7-0E22-4CCF-91BF-9D405C6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51FAD-CC95-4A59-82F0-2B0E5F89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0BC5A-5302-4F66-BE57-C45DA50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669FF-4854-4172-98E3-8744680A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57F99-2D62-4EAC-8263-33F9BE59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54E81-0D64-4F56-AE33-75448449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Define cinco pilares de contenido.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7844E-33D8-4972-B6B1-EF4584B4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36C71-798E-464A-AC73-FAE23006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5AFF6-98BB-4C24-98E7-738CA10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Escribe 30 prompts con formato sugerido.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CA0A2-3233-4291-B394-B95A3F34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FC039-53A0-42A6-9720-77BEE5DF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94F24-6A6B-47D3-B8B6-13203A04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Agrega estado, plataforma, CTA y resultados.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E9B2C-919F-499A-9B20-42802E3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6891E-4667-40FC-A8AC-FF6C4F6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2E208-764B-4656-9748-71F311B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Elimina la presión diaria de decidir qué publicar.</a:t>
            </a:r>
          </a:p>
        </p:txBody>
      </p:sp>
    </p:spTree>
    <p:extLst>
      <p:ext uri="{BB962C8B-B14F-4D97-AF65-F5344CB8AC3E}">
        <p14:creationId xmlns:p14="http://schemas.microsoft.com/office/powerpoint/2010/main" val="1914015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BD493-6DF1-4163-A104-CC0CBBF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C4EC8-53AE-411E-8647-2AF221BA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0C520-C2D0-4DC3-BA05-9A9B52C6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100 Hooks que Detienen el Scroll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2116F-5BCC-43A9-91FB-C182365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PDF en Canva o Google Doc   |   $9-$19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F7124-94FA-4647-8043-4F246AB1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A30C9-E3C9-4605-BFC9-4DBA011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5F36F-BBEA-48FE-9A31-8CB530FC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9612D-B0C7-4917-8447-90F62280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35F56-A890-4EA0-81BB-13890ED0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97C76-DD2D-41CC-8DCD-A4A05F7B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Agrupa hooks por objetivo.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84901-2404-4FEE-8975-54F14C9B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45B6D-5F45-4B6A-BD8B-07A3D6A0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CB9A5-44F0-4AE9-B1EA-645322F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Crea plantillas rellenables con ejemplos.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CC576-0BB0-4A4E-9B2F-E78A90A6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639CB-5F9F-4DEA-9ECC-13351328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253F9-BB9D-4ACF-839F-6669DA20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Añade una guía para elegir el hook correcto.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BE870-4B7C-4161-9760-068AA3A5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397E4-AB30-4D1A-883E-9D7F13AD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6E462-61A1-4317-B142-1221942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Resuelve la parte más difícil de una publicación: comenzar.</a:t>
            </a:r>
          </a:p>
        </p:txBody>
      </p:sp>
    </p:spTree>
    <p:extLst>
      <p:ext uri="{BB962C8B-B14F-4D97-AF65-F5344CB8AC3E}">
        <p14:creationId xmlns:p14="http://schemas.microsoft.com/office/powerpoint/2010/main" val="1727694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D50EC-86F0-4E8F-B5CD-E5D862C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CA0D7-FE4B-47B6-A8F4-A4DD9299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C2BEF-1D06-4595-A51A-21AE04D2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Una Idea, 20 Publicaciones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0A96-0729-4591-B71D-A68343E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Workbook en Canva + Google Doc   |   $17-$32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2A429-7B5F-48FD-97C3-C30BD069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38F3E-CE4C-4AC7-9398-52EA4E14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6A752-641F-4034-9041-EDAE39DC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9EDCD-C54F-4B50-B345-483E84B4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AABC4-540F-448D-8001-615373AC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0F6A0-F63E-412E-A4F8-D96FEA5A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Elige una pieza de contenido central.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0ADE8-3AAD-403B-AD05-8028260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CC05C-0376-4BA4-8131-D5E38E8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066E4-F3A9-430A-8DCE-BAB034F3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Conviértela en 20 formatos breves.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C2B91-CA1A-4584-836F-28285250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ADFBC-4D75-48FC-BC02-4FB0FE0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CDA39-9FF0-46BA-9219-B4EFE3CD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Incluye una hoja reutilizable.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2AE95-8F5F-422C-9BCF-51952582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35265-7A54-4684-B92E-DD21140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C"/>
                </a:solidFill>
              </a:defRPr>
            </a:pPr>
            <a:r>
              <a:rPr sz="1050" b="1">
                <a:solidFill>
                  <a:srgbClr val="FFFDFC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78299-11DB-44A8-B8A4-4C9FDE42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C"/>
                </a:solidFill>
              </a:defRPr>
            </a:pPr>
            <a:r>
              <a:rPr sz="2025" b="1">
                <a:solidFill>
                  <a:srgbClr val="FFFDFC"/>
                </a:solidFill>
              </a:rPr>
              <a:t>Permite publicar más sin buscar ideas nuevas cada día.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E7394-14A6-4A9B-B7BB-3F658E38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95800"/>
            <a:ext cx="1600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1E990-67BA-4DBF-A4DE-88F14292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95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</a:defRPr>
            </a:pPr>
            <a:r>
              <a:rPr sz="825" b="1">
                <a:solidFill>
                  <a:srgbClr val="FFFDFC"/>
                </a:solidFill>
              </a:rPr>
              <a:t>MEJOR PRIMERA APUESTA</a:t>
            </a:r>
          </a:p>
        </p:txBody>
      </p:sp>
    </p:spTree>
    <p:extLst>
      <p:ext uri="{BB962C8B-B14F-4D97-AF65-F5344CB8AC3E}">
        <p14:creationId xmlns:p14="http://schemas.microsoft.com/office/powerpoint/2010/main" val="796934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FF203-4CAD-4E41-983C-232119E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39C81-3F52-40A4-A2BE-BDEA126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4188A-464F-496D-9E14-56B476E1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Constructor de Pilares de Contenido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97F1F-443F-438E-9EA3-06C3583A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Workbook en Canva o Google Doc   |   $9-$17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B3A80-B832-421E-BC97-EA280FF8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A98BC-98CC-4E39-8302-CF477C0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72907-2EE2-46E0-A583-4EF322C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26D78-7E10-4989-B88C-48D5526F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24915-EB0A-45BA-9AF7-002BE4FE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508B8-4117-4707-826B-A6E5A88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Define audiencia, experiencia y objetivo.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4A8E0-2406-4666-BA25-FDDB72E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540EB-A7CA-4222-8B03-53FDF1B5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DBB32-7C0B-4C87-9656-F35DF69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Selecciona de tres a cinco pilares.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2358B-C89B-492C-BC99-0F2B2004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41492-58C0-4552-8A68-FAB36BFF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4CE8C-DA95-41F9-A278-03B8718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Añade diez prompts por pilar.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A6FD8-1CF3-4EDB-8509-4EACD09F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65639-5B1B-4F0B-8E1F-DD4B8A5D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7121B-EEE2-452E-AC51-33B2080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Da dirección a la cuenta y evita publicaciones aleatorias.</a:t>
            </a:r>
          </a:p>
        </p:txBody>
      </p:sp>
    </p:spTree>
    <p:extLst>
      <p:ext uri="{BB962C8B-B14F-4D97-AF65-F5344CB8AC3E}">
        <p14:creationId xmlns:p14="http://schemas.microsoft.com/office/powerpoint/2010/main" val="502134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F09E6-8CD1-4408-A368-05FA4F78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B32B8-8330-4A64-A14E-50D7DE4D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E7715-AD98-48E2-8DC6-E1EC9D78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Sistema Semanal de Contenido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0460E-4FE4-44FE-8D8E-6483FB1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Plantilla de Notion   |   $15-$29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C80E4-A242-4EFB-B113-F385683F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6941E-A588-498A-9043-5DC9B82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84471-46C1-467D-932C-A7BDEB62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F2FBF-9087-41CA-9606-CA9A164F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D7CB4-B03F-44A4-9BB0-E21285F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6FE2C-3AF3-46CE-8D9E-712674F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Crea un buzón de ideas y tablero semanal.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19637-E820-43F6-A8A3-E6BBBC48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A035E-2988-4BA7-8E87-9561504E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6ABFC-2357-4BB6-95A6-340BD42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Añade flujos de borrador, publicación y reciclaje.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7EDEA-E87E-497B-8E40-5E7FE64A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A5B9F-8FB1-45F2-94DD-C352EDC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10691-39BD-4EA2-AFF2-C6DA8494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Incluye una semana de ejemplo.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8820E-F2B9-43BC-89FB-CCD4E7F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6218E-EC44-4AE4-9FA8-DA8EEFC1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7440D-1C91-4429-B43E-518FA144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Centraliza todo el proceso en un espacio fácil de usar.</a:t>
            </a:r>
          </a:p>
        </p:txBody>
      </p:sp>
    </p:spTree>
    <p:extLst>
      <p:ext uri="{BB962C8B-B14F-4D97-AF65-F5344CB8AC3E}">
        <p14:creationId xmlns:p14="http://schemas.microsoft.com/office/powerpoint/2010/main" val="1090797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FFEF4-0689-4BF5-BA60-36A8A66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8C16D-6B72-4412-8AEA-E783E5CB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F964C-2025-499D-9D43-A43FC69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50 CTA sin Sonar a Venta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C047E-AE44-409D-B0A8-01CDFDD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PDF en Canva o Google Doc   |   $7-$15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C2F07-DA71-496A-820A-8F7B713C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42AD-9E9B-4823-9C9C-B7C65C9E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8B3C3-3EB5-408F-8F39-34AB122F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9816-20CE-41D9-A544-9683F7EA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8722-1798-49A6-A33B-CAF2D5A3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D87CA-4C9A-4DA6-8FE1-849A268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Separa CTA por interacción, crecimiento, leads y venta.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3DEC1-5828-4C76-9C3F-D872F088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2B3AB-6713-49DF-BCB7-0A33B39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FEC5E-5508-4773-A391-EE3690D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Escribe ejemplos adaptables.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9A3B9-1920-45F4-BBD4-5EFB9B76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CCE0F-2079-43F5-BF74-F67AE7F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CE847-263B-400E-91D2-D66F718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Explica cuándo y dónde usar cada uno.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C5C53-E367-4741-9E9C-226A8F82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A35A2-03B9-4F06-AFA1-935C02B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79C63-E1DB-4E71-9763-425DD31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Ayuda a pedir una acción de forma natural.</a:t>
            </a:r>
          </a:p>
        </p:txBody>
      </p:sp>
    </p:spTree>
    <p:extLst>
      <p:ext uri="{BB962C8B-B14F-4D97-AF65-F5344CB8AC3E}">
        <p14:creationId xmlns:p14="http://schemas.microsoft.com/office/powerpoint/2010/main" val="1471499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BBD41-8B3E-4630-A994-A47EFE8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FFE2E-D4E4-4F6A-9B84-16AE25F9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881AF-B9FB-4574-90FB-88B5C5E0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Checklist para Optimizar tu Perfil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FCE97-67B1-49F4-9776-A22F458D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Checklist y auditoría en Canva   |   $9-$19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37807-19CF-4BCE-8DA1-09E4E87D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25EF-E001-479B-80E3-1E5587EA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1AA8E-87AD-44CE-B4C6-E9B43F6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D2217-CA21-458B-8E97-A18EA334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7C72F-9516-408A-A7AC-05CC53A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7EEC3-6487-4E91-BF63-C854EF20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Evalúa foto, bio, propuesta, enlace y destacados.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704D3-0CEA-418C-A075-9811D5A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13D6D-3C09-4F63-A844-B7FF8BD9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825AB-A611-4A39-8494-63D920D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Incluye ejemplos antes y después.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556DA-3E13-4670-A02B-374AFC8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C479D-3474-4C1F-B482-2EE8478E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172D0-5B3C-4F33-808B-EEBEF9A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Cierra con una auditoría de 20 minutos.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34F79-3678-4409-9350-BD898EA2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156F3-79B8-4C9C-A325-19A5B9C0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D4B52-A341-4159-BD2F-F50CE8C6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Convierte más visitas al perfil en seguidores o clientes.</a:t>
            </a:r>
          </a:p>
        </p:txBody>
      </p:sp>
    </p:spTree>
    <p:extLst>
      <p:ext uri="{BB962C8B-B14F-4D97-AF65-F5344CB8AC3E}">
        <p14:creationId xmlns:p14="http://schemas.microsoft.com/office/powerpoint/2010/main" val="3463426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1B42E-7162-4F86-8775-26966792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B75E7-A91F-4797-8220-8BCB475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A8E1-FF53-432D-A0CF-DE23B4A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Reto de Crecimiento Orgánico de 30 Días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B2886-2448-4CF7-AB59-FF37186A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Notion o Google Sheets   |   $15-$27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92DAB-11C2-4DCA-9EAE-E0FB30D4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7E486-06BA-4484-994D-AB8DEDC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61B6E-35D0-4B38-B5C4-DDE920CC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52CE6-55C6-4869-833C-D48AA4F8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DACE4-42DB-4D11-B90B-99D93652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3CC70-4D5E-4547-8C2C-08AD2FBF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Asigna una acción sencilla por día.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98222-3FC7-4785-A3E1-0F388C8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8B9CA-8247-4471-BC0B-8BA7AC19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BBD29-4BBB-4001-86C5-27CF45B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Agrega casillas y seguimiento básico.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16B8D-EBA5-46C1-82B0-C74F7BC1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09A80-399C-4744-BF15-4A0C7CA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47F0F-245D-4DC2-941E-7AD0EB6C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Incluye revisión y reflexión semanal.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DE401-CB18-4ED3-997E-D5EA0771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A2FCE-6717-40D4-A1BF-D40549A5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7519B-3679-4AE8-BF24-D1B3168D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Transforma consejos vagos en acciones diarias con seguimiento.</a:t>
            </a:r>
          </a:p>
        </p:txBody>
      </p:sp>
    </p:spTree>
    <p:extLst>
      <p:ext uri="{BB962C8B-B14F-4D97-AF65-F5344CB8AC3E}">
        <p14:creationId xmlns:p14="http://schemas.microsoft.com/office/powerpoint/2010/main" val="1935515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B5C63-8F06-42FA-AF04-192D3BA9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C60C5-75D1-4B6E-8159-002A5F61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17B21-4715-41C5-88CF-5FA2AE0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Tracker de Rendimiento para Principiantes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DD7A0-85F7-4AE6-8875-5D464D9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Google Sheets   |   $12-$24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42CF3-89BB-48DA-8091-27E5833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50CEF-8D2C-4DF6-B073-EE8B2E0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95C2E-B7AE-4BCE-8C70-9A538C82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DC089-F3C1-4F7B-975C-25A08614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6425F-68B4-4EE7-ADAE-C599C76B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E812C-9A02-4E47-A905-9477014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Registra alcance, vistas, guardados y compartidos.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B44A3-E35B-4EFA-BE4E-1E6D83B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12604-80EA-45E0-B736-ABA31385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29D13-297A-4900-8FC7-D19E54BD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Destaca automáticamente las mejores publicaciones.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9BB2A-90C9-431C-A430-31F3D34A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B8A35-3565-430D-A39B-5433CE9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9D59C-3272-4879-9D7B-199B868B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Añade una revisión mensual guiada.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B9A95-C640-4BCB-8BAF-C75921C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0CB0F-E562-44AE-A3FF-8FAB6EE3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49F5C-728E-43B8-B24C-B48EB430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Muestra qué funciona sin exigir conocimientos avanzados de analítica.</a:t>
            </a:r>
          </a:p>
        </p:txBody>
      </p:sp>
    </p:spTree>
    <p:extLst>
      <p:ext uri="{BB962C8B-B14F-4D97-AF65-F5344CB8AC3E}">
        <p14:creationId xmlns:p14="http://schemas.microsoft.com/office/powerpoint/2010/main" val="420272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39E01-D361-44AC-97FD-65F66AEE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F646E-0031-46ED-BAFF-807469FF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FF40A-AF3A-49C3-8FC5-B131DD82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Kit de tus Primeras 10 Publicaciones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4B1BA-B2F2-45FF-9785-D761F094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Canva + Google Docs   |   $19-$39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1D279-6D0A-48C2-A837-47AE7EA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4C956-4BC3-4119-BA00-D890BAF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39C2A-C26A-4456-9FA2-95F69CD7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Tres pasos para construirlo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0E608-668E-4592-9725-F290F424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9AF0F-0E80-4ACC-B17A-7D17E1FA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1CC52-467E-412F-BC84-D7ECD96F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Selecciona diez publicaciones esenciales.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F3DD7-5BDF-45BD-B700-1907BDF9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56B7C-C3B2-4C8A-A719-722E947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FBB02-C94A-41A8-A126-AD581FA8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Da hook, estructura, CTA y ejemplo para cada una.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E048D-4D79-420A-820D-3EDCC585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035FF-ED03-41F2-A236-24F30A4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C"/>
                </a:solidFill>
              </a:defRPr>
            </a:pPr>
            <a:r>
              <a:rPr sz="1125" b="1">
                <a:solidFill>
                  <a:srgbClr val="FFFD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5C612-069E-4816-8FC7-136604E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Añade un checklist de publicación.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CEE08-6722-4775-A35D-3F277E41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238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5534A-F34C-437D-90CF-195C0C4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POR QUÉ PAGARÍAN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DEC86-2E31-49E9-9E11-BD79A6AD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Resuelve el bloqueo de empezar una cuenta desde cero.</a:t>
            </a:r>
          </a:p>
        </p:txBody>
      </p:sp>
    </p:spTree>
    <p:extLst>
      <p:ext uri="{BB962C8B-B14F-4D97-AF65-F5344CB8AC3E}">
        <p14:creationId xmlns:p14="http://schemas.microsoft.com/office/powerpoint/2010/main" val="2097233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69D60-371A-4233-818B-4F8E60B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E9F67-0926-43C9-A8F4-AAD83A7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DF878-CA26-4640-981B-03B7E20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El mejor punto de partida combina valor visible y ejecución rápida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319E7-AF91-4DBA-974B-26378A18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Evaluación cualitativa basada en alcance del producto y complejidad de creación.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8A835-7F25-4900-BF7F-4C7BE77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50163-B521-40CA-881D-9EDD29A8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D9D75-9FD5-44BF-9E47-AE12523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857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6BFE2-4FC6-443B-BF35-A181583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A56A4-E1B8-439A-81E8-3D3F6A8B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A7405-D4FD-4FE2-93AB-059F35C9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A5A"/>
                </a:solidFill>
              </a:defRPr>
            </a:pPr>
            <a:r>
              <a:rPr sz="975" b="1">
                <a:solidFill>
                  <a:srgbClr val="167A5A"/>
                </a:solidFill>
              </a:rPr>
              <a:t>MAYOR POTENCIAL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3AAC8-92C1-489D-A384-971E82DA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MENOR ESFUERZO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136F0-4340-4675-8192-04DBC6C6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34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MAYOR ESFUERZO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21E78-18BD-455C-B727-0A01D15C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BE029-E44A-4A64-9074-1D17C7A6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338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2B854-8DD4-4F8D-ABE9-1FCBAD6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31C81-7E28-4395-B468-48DF8969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4100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E5923-F5A6-4ABA-B8A2-1558B632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43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7444F-910C-4FA0-92B1-BA1C500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Perfil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20AE2-F76C-4296-B2E2-ECD84F4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EB452-E397-4582-8E1E-B858BE50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0289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Pilares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5B754-81B7-4A6E-8632-41807AEF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974B2-7A71-4A41-A8F5-2099140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03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Calendario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95ED5-5598-40DB-931D-A6B6BBA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81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034EE-7329-4A36-9925-5D6AAD0B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528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Tracker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72A4F-550F-4A76-A25B-87125131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2DEED-21B6-4113-AA5D-326A5E8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Reto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E69FB-9581-47D0-B3C1-D1EE4367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8B3C2-84A6-4E97-AD2A-8F585D2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Sistema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B3B244-6B1E-4278-9DA3-ABCFBB6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05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CC3A4-717F-40D8-9599-E5DD90DA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764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</a:defRPr>
            </a:pPr>
            <a:r>
              <a:rPr sz="975" b="0">
                <a:solidFill>
                  <a:srgbClr val="17202A"/>
                </a:solidFill>
              </a:rPr>
              <a:t>Primeras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AAF74-94B2-4D7E-969A-A9123C59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009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BE353-314B-48E7-95DA-019E6151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</a:defRPr>
            </a:pPr>
            <a:r>
              <a:rPr sz="975" b="1">
                <a:solidFill>
                  <a:srgbClr val="17202A"/>
                </a:solidFill>
              </a:rPr>
              <a:t>1 idea, 20 posts</a:t>
            </a:r>
          </a:p>
        </p:txBody>
      </p:sp>
    </p:spTree>
    <p:extLst>
      <p:ext uri="{BB962C8B-B14F-4D97-AF65-F5344CB8AC3E}">
        <p14:creationId xmlns:p14="http://schemas.microsoft.com/office/powerpoint/2010/main" val="15647507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11137-30B3-4060-9D9F-8BAD852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5AEC9-F261-4C96-8538-E42F7B7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C5DD3-E74A-41A6-8FC0-B3CC4796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Empieza con “Una idea, 20 publicaciones”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305F5-23D5-4BDB-94F5-609EC5E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Es la oferta que mejor demuestra tu método y permite cobrar más por un resultado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33E1D-3578-4752-8B55-5B03FA2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97F50-5813-4F00-8FA3-D018C0A0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15108-BF3B-4F7F-98AE-D1F7AF78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6B4F"/>
                </a:solidFill>
              </a:defRPr>
            </a:pPr>
            <a:r>
              <a:rPr sz="4650" b="1">
                <a:solidFill>
                  <a:srgbClr val="F26B4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923AF-E9E4-4446-B1AC-34BAC53E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43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Demuestra transformación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2B40F-E25F-4E02-AA10-40257B5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El comprador ve cómo una pieza se convierte en un sistema completo.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DF8A6-79B0-4812-B442-99B4E4A2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6B4F"/>
                </a:solidFill>
              </a:defRPr>
            </a:pPr>
            <a:r>
              <a:rPr sz="4650" b="1">
                <a:solidFill>
                  <a:srgbClr val="F26B4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E1AB8-5FAA-4345-9D52-E60304FE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Es fácil de explicar y vender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C78C7-BDD9-4EA2-BA51-CB6B013B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La promesa es concreta, rápida de entender y útil desde el primer día.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FBFC3-DBAD-417F-A73A-A8FCE47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333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D9E08-1473-47AA-8064-5C97FF2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DFC"/>
                </a:solidFill>
              </a:defRPr>
            </a:pPr>
            <a:r>
              <a:rPr sz="1275" b="0">
                <a:solidFill>
                  <a:srgbClr val="FFFDFC"/>
                </a:solidFill>
              </a:rPr>
              <a:t>Precio inicial sugerido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6D8F2-8E90-49B5-87F7-070F9A08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DFC"/>
                </a:solidFill>
              </a:defRPr>
            </a:pPr>
            <a:r>
              <a:rPr sz="5100" b="1">
                <a:solidFill>
                  <a:srgbClr val="FFFDFC"/>
                </a:solidFill>
              </a:rPr>
              <a:t>$24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82B68-E664-4C25-A87F-BF479A0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C"/>
                </a:solidFill>
              </a:defRPr>
            </a:pPr>
            <a:r>
              <a:rPr sz="1350" b="0">
                <a:solidFill>
                  <a:srgbClr val="FFFDFC"/>
                </a:solidFill>
              </a:rPr>
              <a:t>Incluye ejemplo completo + plantilla reutilizable</a:t>
            </a:r>
          </a:p>
        </p:txBody>
      </p:sp>
    </p:spTree>
    <p:extLst>
      <p:ext uri="{BB962C8B-B14F-4D97-AF65-F5344CB8AC3E}">
        <p14:creationId xmlns:p14="http://schemas.microsoft.com/office/powerpoint/2010/main" val="213546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D0220-F064-4550-8017-B804AFBC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59325-EE3D-4E5F-8DB1-42F3F50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930D3-2E58-4324-B0E0-C2666C9E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Un fin de semana basta para pasar de idea a producto vendible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71840-57FF-40E4-846B-E0888DA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Mantén el alcance pequeño: una transformación, un ejemplo completo y una plantilla reutilizable.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D610E-9785-462B-88C3-D184DFC7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A0111-3318-4A36-B8F3-CD00C43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9B457-0D16-46B1-96FB-4813272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587E0-6B02-4EC8-BF7A-42A6D4D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4F"/>
                </a:solidFill>
              </a:defRPr>
            </a:pPr>
            <a:r>
              <a:rPr sz="1350" b="1">
                <a:solidFill>
                  <a:srgbClr val="F26B4F"/>
                </a:solidFill>
              </a:rPr>
              <a:t>SÁBADO · DEFINIR Y CREAR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B4B29-F1A2-431D-92CE-DC8155C9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1.  Elegir audiencia y promesa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3992C-E681-4E19-B960-38775E77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2.  Diseñar la estructura del método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A60EC-84B5-4FEB-B8CA-1387FC2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3.  Crear el ejemplo completo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E74F7-8549-4726-83F7-FCD38143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4.  Construir la plantilla en Canva o Docs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6DB9F-BCC7-4972-91BB-B6D99102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D99F8-B8CE-4EB7-A337-03AFED6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288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DFC"/>
                </a:solidFill>
              </a:defRPr>
            </a:pPr>
            <a:r>
              <a:rPr sz="1350" b="1">
                <a:solidFill>
                  <a:srgbClr val="FFFDFC"/>
                </a:solidFill>
              </a:rPr>
              <a:t>DOMINGO · EMPAQUETAR Y LANZAR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E191C-962D-4F86-9806-F51134AC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C"/>
                </a:solidFill>
              </a:defRPr>
            </a:pPr>
            <a:r>
              <a:rPr sz="1425" b="0">
                <a:solidFill>
                  <a:srgbClr val="FFFDFC"/>
                </a:solidFill>
              </a:rPr>
              <a:t>1.  Revisar claridad y facilidad de uso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926AD-F7F0-4311-BAF9-4766F37B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C"/>
                </a:solidFill>
              </a:defRPr>
            </a:pPr>
            <a:r>
              <a:rPr sz="1425" b="0">
                <a:solidFill>
                  <a:srgbClr val="FFFDFC"/>
                </a:solidFill>
              </a:rPr>
              <a:t>2.  Crear portada y páginas de venta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02C3C-52B9-4BB6-B8AE-DBF33C59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C"/>
                </a:solidFill>
              </a:defRPr>
            </a:pPr>
            <a:r>
              <a:rPr sz="1425" b="0">
                <a:solidFill>
                  <a:srgbClr val="FFFDFC"/>
                </a:solidFill>
              </a:rPr>
              <a:t>3.  Preparar tres publicaciones promocionales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512BB-366C-42B2-B737-3B679A8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DFC"/>
                </a:solidFill>
              </a:defRPr>
            </a:pPr>
            <a:r>
              <a:rPr sz="1425" b="0">
                <a:solidFill>
                  <a:srgbClr val="FFFDFC"/>
                </a:solidFill>
              </a:rPr>
              <a:t>4.  Publicar y buscar diez compradores iniciales</a:t>
            </a:r>
          </a:p>
        </p:txBody>
      </p:sp>
    </p:spTree>
    <p:extLst>
      <p:ext uri="{BB962C8B-B14F-4D97-AF65-F5344CB8AC3E}">
        <p14:creationId xmlns:p14="http://schemas.microsoft.com/office/powerpoint/2010/main" val="14328107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A4334-6F00-46A7-B0CE-1F72FB1B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4AC12-A817-441A-8783-C6FFBE6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4F"/>
                </a:solidFill>
              </a:defRPr>
            </a:pPr>
            <a:r>
              <a:rPr sz="1050" b="1">
                <a:solidFill>
                  <a:srgbClr val="F26B4F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F85BD-15E0-4C94-9BBE-9B3CB221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Automatiza la producción después de validar la primera venta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0276B-75EB-4D20-B8CC-F54E81A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No necesitas código para empezar. Estas bases sirven cuando quieras generar presentaciones y materiales de forma repetible.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F9D0-4B9C-45D0-919A-7CC78380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E829D-9CA5-481F-A8B0-DFB27D18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Productos digitales para estrategia de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F1111-C416-4721-8A8F-1F83C2F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0572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191F4-0962-4436-927F-236A0948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7D7"/>
                </a:solidFill>
              </a:defRPr>
            </a:pPr>
            <a:r>
              <a:rPr sz="1500" b="1">
                <a:solidFill>
                  <a:srgbClr val="1647D7"/>
                </a:solidFill>
              </a:rPr>
              <a:t>gitbrent/PptxGenJS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C3D3A-6791-4FD5-B767-E6CD5C45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Generación programática de PowerPoint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94C08-E8A7-442E-8E0F-8E67BA8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F"/>
                </a:solidFill>
              </a:defRPr>
            </a:pPr>
            <a:r>
              <a:rPr sz="1200" b="1">
                <a:solidFill>
                  <a:srgbClr val="F26B4F"/>
                </a:solidFill>
              </a:rPr>
              <a:t>Ver repositorio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B8C55-9F84-4A15-9255-0B29A21C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10572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A7D27-7BB9-44B6-BB9B-7625FDE9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7D7"/>
                </a:solidFill>
              </a:defRPr>
            </a:pPr>
            <a:r>
              <a:rPr sz="1500" b="1">
                <a:solidFill>
                  <a:srgbClr val="1647D7"/>
                </a:solidFill>
              </a:rPr>
              <a:t>slidevjs/slidev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42AC9-B825-4C26-BC46-BBB8335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Presentaciones desde Markdown con temas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51359-E5B8-433A-A41E-803B727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194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F"/>
                </a:solidFill>
              </a:defRPr>
            </a:pPr>
            <a:r>
              <a:rPr sz="1200" b="1">
                <a:solidFill>
                  <a:srgbClr val="F26B4F"/>
                </a:solidFill>
              </a:rPr>
              <a:t>Ver repositorio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FAA24-8667-406A-9D27-01687BE8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10572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AEBAB-5946-4107-8BE9-BC8B34E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7D7"/>
                </a:solidFill>
              </a:defRPr>
            </a:pPr>
            <a:r>
              <a:rPr sz="1500" b="1">
                <a:solidFill>
                  <a:srgbClr val="1647D7"/>
                </a:solidFill>
              </a:rPr>
              <a:t>JaromirKonecny/claude-code-presentations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AA624-2944-49DE-87F6-76389D0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Ejemplos de creación asistida de presentaciones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1237A-FD8D-481A-90C7-57BDADD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86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F"/>
                </a:solidFill>
              </a:defRPr>
            </a:pPr>
            <a:r>
              <a:rPr sz="1200" b="1">
                <a:solidFill>
                  <a:srgbClr val="F26B4F"/>
                </a:solidFill>
              </a:rPr>
              <a:t>Ver repositorio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309EB-9C3C-461A-BC4A-49BA5E5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19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Recomendación: valida manualmente el producto primero. Automatiza sólo el flujo que ya demostró demanda.</a:t>
            </a:r>
          </a:p>
        </p:txBody>
      </p:sp>
    </p:spTree>
    <p:extLst>
      <p:ext uri="{BB962C8B-B14F-4D97-AF65-F5344CB8AC3E}">
        <p14:creationId xmlns:p14="http://schemas.microsoft.com/office/powerpoint/2010/main" val="4682422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647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D6307-BF26-4997-99F3-A2D7F81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DFC"/>
                </a:solidFill>
              </a:defRPr>
            </a:pPr>
            <a:r>
              <a:rPr sz="2850" b="1">
                <a:solidFill>
                  <a:srgbClr val="FFFDFC"/>
                </a:solidFill>
              </a:rPr>
              <a:t>La meta del fin de semana no es crear diez productos.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0E07C-DD12-4DEC-8307-3C2B6E1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C"/>
                </a:solidFill>
              </a:defRPr>
            </a:pPr>
            <a:r>
              <a:rPr sz="2550" b="1">
                <a:solidFill>
                  <a:srgbClr val="FFFDFC"/>
                </a:solidFill>
              </a:rPr>
              <a:t>Es lanzar uno que resuelva un problema concreto y aprender de compradores reales.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C9D4E-8614-4F85-9A17-DFDA79D0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48125"/>
            <a:ext cx="4000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FE47A-B8D5-4B68-AE27-A7A8BE7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C"/>
                </a:solidFill>
              </a:defRPr>
            </a:pPr>
            <a:r>
              <a:rPr sz="1500" b="1">
                <a:solidFill>
                  <a:srgbClr val="FFFDFC"/>
                </a:solidFill>
              </a:rPr>
              <a:t>Empieza con “Una idea, 20 publicaciones”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F1241-01D2-48B4-8BE1-41248A72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DFC"/>
                </a:solidFill>
              </a:defRPr>
            </a:pPr>
            <a:r>
              <a:rPr sz="1350" b="0">
                <a:solidFill>
                  <a:srgbClr val="FFFDFC"/>
                </a:solidFill>
              </a:rPr>
              <a:t>Construye el sábado. Publica el domingo.</a:t>
            </a:r>
          </a:p>
        </p:txBody>
      </p:sp>
    </p:spTree>
    <p:extLst>
      <p:ext uri="{BB962C8B-B14F-4D97-AF65-F5344CB8AC3E}">
        <p14:creationId xmlns:p14="http://schemas.microsoft.com/office/powerpoint/2010/main" val="1952281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2026-07-19T16:56:09.7030000Z</dcterms:created>
  <dcterms:modified xsi:type="dcterms:W3CDTF">2026-07-19T16:56:09.7030000Z</dcterms:modified>
</coreProperties>
</file>